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4" r:id="rId5"/>
    <p:sldId id="302" r:id="rId6"/>
    <p:sldId id="315" r:id="rId7"/>
    <p:sldId id="327" r:id="rId8"/>
    <p:sldId id="294" r:id="rId9"/>
    <p:sldId id="336" r:id="rId10"/>
    <p:sldId id="328" r:id="rId11"/>
    <p:sldId id="329" r:id="rId12"/>
    <p:sldId id="330" r:id="rId13"/>
    <p:sldId id="337" r:id="rId14"/>
    <p:sldId id="338" r:id="rId15"/>
    <p:sldId id="342" r:id="rId16"/>
    <p:sldId id="339" r:id="rId17"/>
    <p:sldId id="340" r:id="rId18"/>
    <p:sldId id="341" r:id="rId19"/>
    <p:sldId id="33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6164BE-0DC6-40BD-900E-ECFC9889DE8C}" v="64" dt="2025-11-29T15:31:24.288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Neshat Qamar" userId="c1ef5a9ce268edfb" providerId="LiveId" clId="{61A81C96-E1BA-437C-9AFB-8BCD03B7E231}"/>
    <pc:docChg chg="undo custSel addSld delSld modSld">
      <pc:chgData name="Dr.Neshat Qamar" userId="c1ef5a9ce268edfb" providerId="LiveId" clId="{61A81C96-E1BA-437C-9AFB-8BCD03B7E231}" dt="2025-11-29T15:31:35.685" v="617" actId="1076"/>
      <pc:docMkLst>
        <pc:docMk/>
      </pc:docMkLst>
      <pc:sldChg chg="del">
        <pc:chgData name="Dr.Neshat Qamar" userId="c1ef5a9ce268edfb" providerId="LiveId" clId="{61A81C96-E1BA-437C-9AFB-8BCD03B7E231}" dt="2025-11-29T15:31:16.542" v="562" actId="2696"/>
        <pc:sldMkLst>
          <pc:docMk/>
          <pc:sldMk cId="4120671462" sldId="312"/>
        </pc:sldMkLst>
      </pc:sldChg>
      <pc:sldChg chg="addSp delSp modSp mod delAnim modAnim">
        <pc:chgData name="Dr.Neshat Qamar" userId="c1ef5a9ce268edfb" providerId="LiveId" clId="{61A81C96-E1BA-437C-9AFB-8BCD03B7E231}" dt="2025-11-29T14:56:34.838" v="76" actId="1076"/>
        <pc:sldMkLst>
          <pc:docMk/>
          <pc:sldMk cId="1937684942" sldId="330"/>
        </pc:sldMkLst>
        <pc:spChg chg="mod">
          <ac:chgData name="Dr.Neshat Qamar" userId="c1ef5a9ce268edfb" providerId="LiveId" clId="{61A81C96-E1BA-437C-9AFB-8BCD03B7E231}" dt="2025-11-29T14:54:26.725" v="59" actId="14100"/>
          <ac:spMkLst>
            <pc:docMk/>
            <pc:sldMk cId="1937684942" sldId="330"/>
            <ac:spMk id="3" creationId="{14036BCD-123C-B7D4-5053-900D5541EABE}"/>
          </ac:spMkLst>
        </pc:spChg>
        <pc:spChg chg="del mod">
          <ac:chgData name="Dr.Neshat Qamar" userId="c1ef5a9ce268edfb" providerId="LiveId" clId="{61A81C96-E1BA-437C-9AFB-8BCD03B7E231}" dt="2025-11-29T14:55:03.972" v="61" actId="478"/>
          <ac:spMkLst>
            <pc:docMk/>
            <pc:sldMk cId="1937684942" sldId="330"/>
            <ac:spMk id="4" creationId="{E46CDC5B-6909-2B30-6EAF-D0E5E7A6E90A}"/>
          </ac:spMkLst>
        </pc:spChg>
        <pc:spChg chg="del mod">
          <ac:chgData name="Dr.Neshat Qamar" userId="c1ef5a9ce268edfb" providerId="LiveId" clId="{61A81C96-E1BA-437C-9AFB-8BCD03B7E231}" dt="2025-11-29T14:56:17.629" v="72"/>
          <ac:spMkLst>
            <pc:docMk/>
            <pc:sldMk cId="1937684942" sldId="330"/>
            <ac:spMk id="12" creationId="{986EECF5-9A03-B608-D096-01628DD38B1C}"/>
          </ac:spMkLst>
        </pc:spChg>
        <pc:picChg chg="add mod modCrop">
          <ac:chgData name="Dr.Neshat Qamar" userId="c1ef5a9ce268edfb" providerId="LiveId" clId="{61A81C96-E1BA-437C-9AFB-8BCD03B7E231}" dt="2025-11-29T14:56:34.838" v="76" actId="1076"/>
          <ac:picMkLst>
            <pc:docMk/>
            <pc:sldMk cId="1937684942" sldId="330"/>
            <ac:picMk id="7" creationId="{E1DE773E-0EFC-C868-DD25-8B03254B64C3}"/>
          </ac:picMkLst>
        </pc:picChg>
      </pc:sldChg>
      <pc:sldChg chg="del">
        <pc:chgData name="Dr.Neshat Qamar" userId="c1ef5a9ce268edfb" providerId="LiveId" clId="{61A81C96-E1BA-437C-9AFB-8BCD03B7E231}" dt="2025-11-29T14:59:47.999" v="105" actId="2696"/>
        <pc:sldMkLst>
          <pc:docMk/>
          <pc:sldMk cId="3515562821" sldId="331"/>
        </pc:sldMkLst>
      </pc:sldChg>
      <pc:sldChg chg="del">
        <pc:chgData name="Dr.Neshat Qamar" userId="c1ef5a9ce268edfb" providerId="LiveId" clId="{61A81C96-E1BA-437C-9AFB-8BCD03B7E231}" dt="2025-11-29T15:03:15.571" v="182" actId="2696"/>
        <pc:sldMkLst>
          <pc:docMk/>
          <pc:sldMk cId="2798122777" sldId="332"/>
        </pc:sldMkLst>
      </pc:sldChg>
      <pc:sldChg chg="modSp del">
        <pc:chgData name="Dr.Neshat Qamar" userId="c1ef5a9ce268edfb" providerId="LiveId" clId="{61A81C96-E1BA-437C-9AFB-8BCD03B7E231}" dt="2025-11-29T15:00:33.016" v="109" actId="2696"/>
        <pc:sldMkLst>
          <pc:docMk/>
          <pc:sldMk cId="679978301" sldId="333"/>
        </pc:sldMkLst>
        <pc:spChg chg="mod">
          <ac:chgData name="Dr.Neshat Qamar" userId="c1ef5a9ce268edfb" providerId="LiveId" clId="{61A81C96-E1BA-437C-9AFB-8BCD03B7E231}" dt="2025-11-29T15:00:21.406" v="108" actId="20577"/>
          <ac:spMkLst>
            <pc:docMk/>
            <pc:sldMk cId="679978301" sldId="333"/>
            <ac:spMk id="4" creationId="{BCFE51FE-A9F7-354F-9377-346DBB16C36C}"/>
          </ac:spMkLst>
        </pc:spChg>
      </pc:sldChg>
      <pc:sldChg chg="del">
        <pc:chgData name="Dr.Neshat Qamar" userId="c1ef5a9ce268edfb" providerId="LiveId" clId="{61A81C96-E1BA-437C-9AFB-8BCD03B7E231}" dt="2025-11-29T15:31:13.083" v="561" actId="2696"/>
        <pc:sldMkLst>
          <pc:docMk/>
          <pc:sldMk cId="2103236673" sldId="334"/>
        </pc:sldMkLst>
      </pc:sldChg>
      <pc:sldChg chg="modSp mod modAnim">
        <pc:chgData name="Dr.Neshat Qamar" userId="c1ef5a9ce268edfb" providerId="LiveId" clId="{61A81C96-E1BA-437C-9AFB-8BCD03B7E231}" dt="2025-11-29T15:31:35.685" v="617" actId="1076"/>
        <pc:sldMkLst>
          <pc:docMk/>
          <pc:sldMk cId="3776609315" sldId="335"/>
        </pc:sldMkLst>
        <pc:spChg chg="mod">
          <ac:chgData name="Dr.Neshat Qamar" userId="c1ef5a9ce268edfb" providerId="LiveId" clId="{61A81C96-E1BA-437C-9AFB-8BCD03B7E231}" dt="2025-11-29T15:31:24.288" v="606" actId="20577"/>
          <ac:spMkLst>
            <pc:docMk/>
            <pc:sldMk cId="3776609315" sldId="335"/>
            <ac:spMk id="5" creationId="{F5A25856-11C1-4AF9-0D49-6B501C68329E}"/>
          </ac:spMkLst>
        </pc:spChg>
        <pc:spChg chg="mod">
          <ac:chgData name="Dr.Neshat Qamar" userId="c1ef5a9ce268edfb" providerId="LiveId" clId="{61A81C96-E1BA-437C-9AFB-8BCD03B7E231}" dt="2025-11-29T15:31:35.685" v="617" actId="1076"/>
          <ac:spMkLst>
            <pc:docMk/>
            <pc:sldMk cId="3776609315" sldId="335"/>
            <ac:spMk id="9" creationId="{2890790F-9D70-23D5-4453-ADF054E1A0F5}"/>
          </ac:spMkLst>
        </pc:spChg>
      </pc:sldChg>
      <pc:sldChg chg="modSp new mod">
        <pc:chgData name="Dr.Neshat Qamar" userId="c1ef5a9ce268edfb" providerId="LiveId" clId="{61A81C96-E1BA-437C-9AFB-8BCD03B7E231}" dt="2025-11-29T14:59:33.156" v="104" actId="20577"/>
        <pc:sldMkLst>
          <pc:docMk/>
          <pc:sldMk cId="2576633305" sldId="337"/>
        </pc:sldMkLst>
        <pc:spChg chg="mod">
          <ac:chgData name="Dr.Neshat Qamar" userId="c1ef5a9ce268edfb" providerId="LiveId" clId="{61A81C96-E1BA-437C-9AFB-8BCD03B7E231}" dt="2025-11-29T14:59:33.156" v="104" actId="20577"/>
          <ac:spMkLst>
            <pc:docMk/>
            <pc:sldMk cId="2576633305" sldId="337"/>
            <ac:spMk id="2" creationId="{0E87EBB2-9CBA-18CF-878F-3D0CAF5E3BD3}"/>
          </ac:spMkLst>
        </pc:spChg>
        <pc:spChg chg="mod">
          <ac:chgData name="Dr.Neshat Qamar" userId="c1ef5a9ce268edfb" providerId="LiveId" clId="{61A81C96-E1BA-437C-9AFB-8BCD03B7E231}" dt="2025-11-29T14:59:07.564" v="91" actId="20577"/>
          <ac:spMkLst>
            <pc:docMk/>
            <pc:sldMk cId="2576633305" sldId="337"/>
            <ac:spMk id="3" creationId="{7D48CFE2-349B-93A6-9D37-E6057693EAFB}"/>
          </ac:spMkLst>
        </pc:spChg>
      </pc:sldChg>
      <pc:sldChg chg="addSp delSp modSp new mod">
        <pc:chgData name="Dr.Neshat Qamar" userId="c1ef5a9ce268edfb" providerId="LiveId" clId="{61A81C96-E1BA-437C-9AFB-8BCD03B7E231}" dt="2025-11-29T15:02:54.635" v="181" actId="14100"/>
        <pc:sldMkLst>
          <pc:docMk/>
          <pc:sldMk cId="3288008872" sldId="338"/>
        </pc:sldMkLst>
        <pc:spChg chg="del">
          <ac:chgData name="Dr.Neshat Qamar" userId="c1ef5a9ce268edfb" providerId="LiveId" clId="{61A81C96-E1BA-437C-9AFB-8BCD03B7E231}" dt="2025-11-29T15:02:19.498" v="173" actId="931"/>
          <ac:spMkLst>
            <pc:docMk/>
            <pc:sldMk cId="3288008872" sldId="338"/>
            <ac:spMk id="2" creationId="{B8BEC622-1EDA-681B-BB36-E146FD262F1A}"/>
          </ac:spMkLst>
        </pc:spChg>
        <pc:spChg chg="mod">
          <ac:chgData name="Dr.Neshat Qamar" userId="c1ef5a9ce268edfb" providerId="LiveId" clId="{61A81C96-E1BA-437C-9AFB-8BCD03B7E231}" dt="2025-11-29T15:02:07.638" v="172" actId="14100"/>
          <ac:spMkLst>
            <pc:docMk/>
            <pc:sldMk cId="3288008872" sldId="338"/>
            <ac:spMk id="3" creationId="{1794559C-BC64-4425-0D8D-39B63192F4D8}"/>
          </ac:spMkLst>
        </pc:spChg>
        <pc:picChg chg="add mod modCrop">
          <ac:chgData name="Dr.Neshat Qamar" userId="c1ef5a9ce268edfb" providerId="LiveId" clId="{61A81C96-E1BA-437C-9AFB-8BCD03B7E231}" dt="2025-11-29T15:02:54.635" v="181" actId="14100"/>
          <ac:picMkLst>
            <pc:docMk/>
            <pc:sldMk cId="3288008872" sldId="338"/>
            <ac:picMk id="5" creationId="{251BB5BE-0A38-015F-9B95-BF2DD6E7541D}"/>
          </ac:picMkLst>
        </pc:picChg>
      </pc:sldChg>
      <pc:sldChg chg="modSp new mod">
        <pc:chgData name="Dr.Neshat Qamar" userId="c1ef5a9ce268edfb" providerId="LiveId" clId="{61A81C96-E1BA-437C-9AFB-8BCD03B7E231}" dt="2025-11-29T15:06:33.145" v="207" actId="20577"/>
        <pc:sldMkLst>
          <pc:docMk/>
          <pc:sldMk cId="3491158150" sldId="339"/>
        </pc:sldMkLst>
        <pc:spChg chg="mod">
          <ac:chgData name="Dr.Neshat Qamar" userId="c1ef5a9ce268edfb" providerId="LiveId" clId="{61A81C96-E1BA-437C-9AFB-8BCD03B7E231}" dt="2025-11-29T15:06:33.145" v="207" actId="20577"/>
          <ac:spMkLst>
            <pc:docMk/>
            <pc:sldMk cId="3491158150" sldId="339"/>
            <ac:spMk id="2" creationId="{2ED8ADCE-F41F-DD3F-6211-93ACD05164A6}"/>
          </ac:spMkLst>
        </pc:spChg>
        <pc:spChg chg="mod">
          <ac:chgData name="Dr.Neshat Qamar" userId="c1ef5a9ce268edfb" providerId="LiveId" clId="{61A81C96-E1BA-437C-9AFB-8BCD03B7E231}" dt="2025-11-29T15:04:00.553" v="199" actId="14100"/>
          <ac:spMkLst>
            <pc:docMk/>
            <pc:sldMk cId="3491158150" sldId="339"/>
            <ac:spMk id="3" creationId="{87D43211-2807-0987-9090-EBA7280E0E10}"/>
          </ac:spMkLst>
        </pc:spChg>
      </pc:sldChg>
      <pc:sldChg chg="addSp delSp modSp new mod">
        <pc:chgData name="Dr.Neshat Qamar" userId="c1ef5a9ce268edfb" providerId="LiveId" clId="{61A81C96-E1BA-437C-9AFB-8BCD03B7E231}" dt="2025-11-29T15:14:10.296" v="348" actId="20577"/>
        <pc:sldMkLst>
          <pc:docMk/>
          <pc:sldMk cId="433543974" sldId="340"/>
        </pc:sldMkLst>
        <pc:spChg chg="del">
          <ac:chgData name="Dr.Neshat Qamar" userId="c1ef5a9ce268edfb" providerId="LiveId" clId="{61A81C96-E1BA-437C-9AFB-8BCD03B7E231}" dt="2025-11-29T15:07:46.070" v="263" actId="931"/>
          <ac:spMkLst>
            <pc:docMk/>
            <pc:sldMk cId="433543974" sldId="340"/>
            <ac:spMk id="2" creationId="{7B5CC440-822A-AB60-60D9-85EDF3A981FE}"/>
          </ac:spMkLst>
        </pc:spChg>
        <pc:spChg chg="mod">
          <ac:chgData name="Dr.Neshat Qamar" userId="c1ef5a9ce268edfb" providerId="LiveId" clId="{61A81C96-E1BA-437C-9AFB-8BCD03B7E231}" dt="2025-11-29T15:08:23.861" v="270" actId="255"/>
          <ac:spMkLst>
            <pc:docMk/>
            <pc:sldMk cId="433543974" sldId="340"/>
            <ac:spMk id="3" creationId="{70E34D6E-14F0-F4BC-B1EA-7B7CA7252216}"/>
          </ac:spMkLst>
        </pc:spChg>
        <pc:spChg chg="add mod">
          <ac:chgData name="Dr.Neshat Qamar" userId="c1ef5a9ce268edfb" providerId="LiveId" clId="{61A81C96-E1BA-437C-9AFB-8BCD03B7E231}" dt="2025-11-29T15:14:10.296" v="348" actId="20577"/>
          <ac:spMkLst>
            <pc:docMk/>
            <pc:sldMk cId="433543974" sldId="340"/>
            <ac:spMk id="6" creationId="{63A75CD4-BE43-82EA-DA09-B5AF238AD4BD}"/>
          </ac:spMkLst>
        </pc:spChg>
        <pc:picChg chg="add mod modCrop">
          <ac:chgData name="Dr.Neshat Qamar" userId="c1ef5a9ce268edfb" providerId="LiveId" clId="{61A81C96-E1BA-437C-9AFB-8BCD03B7E231}" dt="2025-11-29T15:08:27.613" v="271" actId="14100"/>
          <ac:picMkLst>
            <pc:docMk/>
            <pc:sldMk cId="433543974" sldId="340"/>
            <ac:picMk id="5" creationId="{2BB77900-46B4-F267-3F84-A3A4179282D9}"/>
          </ac:picMkLst>
        </pc:picChg>
      </pc:sldChg>
      <pc:sldChg chg="addSp delSp modSp new mod">
        <pc:chgData name="Dr.Neshat Qamar" userId="c1ef5a9ce268edfb" providerId="LiveId" clId="{61A81C96-E1BA-437C-9AFB-8BCD03B7E231}" dt="2025-11-29T15:25:38.592" v="546" actId="20577"/>
        <pc:sldMkLst>
          <pc:docMk/>
          <pc:sldMk cId="3107050361" sldId="341"/>
        </pc:sldMkLst>
        <pc:spChg chg="del">
          <ac:chgData name="Dr.Neshat Qamar" userId="c1ef5a9ce268edfb" providerId="LiveId" clId="{61A81C96-E1BA-437C-9AFB-8BCD03B7E231}" dt="2025-11-29T15:15:28.895" v="368" actId="931"/>
          <ac:spMkLst>
            <pc:docMk/>
            <pc:sldMk cId="3107050361" sldId="341"/>
            <ac:spMk id="2" creationId="{57E2E34D-02F8-6D2F-A398-C0CB1EE08AC2}"/>
          </ac:spMkLst>
        </pc:spChg>
        <pc:spChg chg="mod">
          <ac:chgData name="Dr.Neshat Qamar" userId="c1ef5a9ce268edfb" providerId="LiveId" clId="{61A81C96-E1BA-437C-9AFB-8BCD03B7E231}" dt="2025-11-29T15:15:03.243" v="367" actId="14100"/>
          <ac:spMkLst>
            <pc:docMk/>
            <pc:sldMk cId="3107050361" sldId="341"/>
            <ac:spMk id="3" creationId="{D233578B-EA1A-5414-7EFF-C9081132978E}"/>
          </ac:spMkLst>
        </pc:spChg>
        <pc:spChg chg="add mod">
          <ac:chgData name="Dr.Neshat Qamar" userId="c1ef5a9ce268edfb" providerId="LiveId" clId="{61A81C96-E1BA-437C-9AFB-8BCD03B7E231}" dt="2025-11-29T15:25:38.592" v="546" actId="20577"/>
          <ac:spMkLst>
            <pc:docMk/>
            <pc:sldMk cId="3107050361" sldId="341"/>
            <ac:spMk id="6" creationId="{00629CB8-D9F2-BA06-9882-690991C90548}"/>
          </ac:spMkLst>
        </pc:spChg>
        <pc:picChg chg="add mod modCrop">
          <ac:chgData name="Dr.Neshat Qamar" userId="c1ef5a9ce268edfb" providerId="LiveId" clId="{61A81C96-E1BA-437C-9AFB-8BCD03B7E231}" dt="2025-11-29T15:16:03.422" v="375" actId="14100"/>
          <ac:picMkLst>
            <pc:docMk/>
            <pc:sldMk cId="3107050361" sldId="341"/>
            <ac:picMk id="5" creationId="{5BE0B872-7676-1E03-1545-58209F767AD0}"/>
          </ac:picMkLst>
        </pc:picChg>
      </pc:sldChg>
      <pc:sldChg chg="modSp new mod">
        <pc:chgData name="Dr.Neshat Qamar" userId="c1ef5a9ce268edfb" providerId="LiveId" clId="{61A81C96-E1BA-437C-9AFB-8BCD03B7E231}" dt="2025-11-29T15:30:11.569" v="560" actId="20577"/>
        <pc:sldMkLst>
          <pc:docMk/>
          <pc:sldMk cId="2259060743" sldId="342"/>
        </pc:sldMkLst>
        <pc:spChg chg="mod">
          <ac:chgData name="Dr.Neshat Qamar" userId="c1ef5a9ce268edfb" providerId="LiveId" clId="{61A81C96-E1BA-437C-9AFB-8BCD03B7E231}" dt="2025-11-29T15:30:11.569" v="560" actId="20577"/>
          <ac:spMkLst>
            <pc:docMk/>
            <pc:sldMk cId="2259060743" sldId="342"/>
            <ac:spMk id="2" creationId="{7A656CEB-6610-9362-2E58-D9279F15C8D7}"/>
          </ac:spMkLst>
        </pc:spChg>
        <pc:spChg chg="mod">
          <ac:chgData name="Dr.Neshat Qamar" userId="c1ef5a9ce268edfb" providerId="LiveId" clId="{61A81C96-E1BA-437C-9AFB-8BCD03B7E231}" dt="2025-11-29T15:28:30.842" v="552" actId="255"/>
          <ac:spMkLst>
            <pc:docMk/>
            <pc:sldMk cId="2259060743" sldId="342"/>
            <ac:spMk id="3" creationId="{86EAA208-4C20-9CEE-2CDE-84C6B663FA1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willianoliveiragibin/access-to-primary-education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9832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198" y="2797582"/>
            <a:ext cx="4492359" cy="116853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Access to Primary Education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61882" y="2009579"/>
            <a:ext cx="4612987" cy="490538"/>
          </a:xfrm>
        </p:spPr>
        <p:txBody>
          <a:bodyPr/>
          <a:lstStyle/>
          <a:p>
            <a:r>
              <a:rPr lang="en-IN" b="0" u="sng" dirty="0"/>
              <a:t>Data Analysis &amp; Statistical Overview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848E3-8A3D-4514-7716-2D2F71F8B37B}"/>
              </a:ext>
            </a:extLst>
          </p:cNvPr>
          <p:cNvSpPr txBox="1"/>
          <p:nvPr/>
        </p:nvSpPr>
        <p:spPr>
          <a:xfrm>
            <a:off x="4664577" y="4360815"/>
            <a:ext cx="3007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bg1"/>
                </a:solidFill>
              </a:rPr>
              <a:t>Machine Learning Group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6A811-35BB-0D5A-2141-A2F8E1CCE491}"/>
              </a:ext>
            </a:extLst>
          </p:cNvPr>
          <p:cNvSpPr txBox="1"/>
          <p:nvPr/>
        </p:nvSpPr>
        <p:spPr>
          <a:xfrm>
            <a:off x="9019973" y="3599271"/>
            <a:ext cx="300759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</a:t>
            </a: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 Yogesh Prajapati</a:t>
            </a: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Shravani Harel</a:t>
            </a:r>
          </a:p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Aneek Chowdhury</a:t>
            </a: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 Azim</a:t>
            </a:r>
          </a:p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Jijabai Mahadeo Shejale</a:t>
            </a:r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747342" cy="83099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044700"/>
            <a:ext cx="5779729" cy="4008087"/>
          </a:xfrm>
        </p:spPr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Understand Global Education Access Patterns</a:t>
            </a:r>
          </a:p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Statistical Analysis &amp; Quartile Interpretation</a:t>
            </a:r>
          </a:p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Country-Level Comparative Analysis</a:t>
            </a:r>
          </a:p>
          <a:p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Educational Inequality Assessment</a:t>
            </a: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026" name="Picture 2" descr="Educational Inequality">
            <a:extLst>
              <a:ext uri="{FF2B5EF4-FFF2-40B4-BE49-F238E27FC236}">
                <a16:creationId xmlns:a16="http://schemas.microsoft.com/office/drawing/2014/main" id="{4C4FCA2C-EEAF-BC56-ABEE-FD4DF0A6B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105" y="1707945"/>
            <a:ext cx="4452846" cy="301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356942" cy="83099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848055"/>
            <a:ext cx="7510207" cy="448391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Source: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Kaggle.com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Access to primary education across different countries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https://www.kaggle.com/datasets/willianoliveiragibin/access-to-primary-education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Total Records: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815 observations across multiple countries</a:t>
            </a:r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Time Period: Historical data spanning decades of educational access, also predicting for future years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Analysis Focus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Global literacy and basic education patterns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9F5F79-1D8D-6F24-22AF-8ECCB88300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Targeted dataset for our data visualization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82AFC26-B7C7-C6C7-DB7B-D851B34C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4A974-B128-8CED-6636-007E7E953B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70" t="43642" r="46825" b="8073"/>
          <a:stretch>
            <a:fillRect/>
          </a:stretch>
        </p:blipFill>
        <p:spPr>
          <a:xfrm>
            <a:off x="5260002" y="1220711"/>
            <a:ext cx="5958863" cy="493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1142"/>
            <a:ext cx="10515600" cy="700115"/>
          </a:xfrm>
        </p:spPr>
        <p:txBody>
          <a:bodyPr/>
          <a:lstStyle/>
          <a:p>
            <a:pPr>
              <a:lnSpc>
                <a:spcPts val="4320"/>
              </a:lnSpc>
            </a:pPr>
            <a:r>
              <a:rPr lang="en-US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Questions</a:t>
            </a:r>
            <a:endParaRPr lang="en-US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8FCCE-FDC0-F953-F5DD-93B37FA28A24}"/>
              </a:ext>
            </a:extLst>
          </p:cNvPr>
          <p:cNvSpPr txBox="1"/>
          <p:nvPr/>
        </p:nvSpPr>
        <p:spPr>
          <a:xfrm>
            <a:off x="838200" y="2151192"/>
            <a:ext cx="10515600" cy="3347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is the global distribution of basic education access?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How do literacy rates vary across different countries?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What are the key statistical measures (quartiles, median, outliers)?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Which countries lead in educational access?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200000"/>
              </a:lnSpc>
            </a:pPr>
            <a:b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IN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686297-375C-896D-A787-36EB0C09D8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0046" y="1547779"/>
            <a:ext cx="10515600" cy="2699756"/>
          </a:xfrm>
        </p:spPr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Imported required libraries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pandas: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Supports reading or writing data from various CSV, Excel etc. files.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matplotlib:</a:t>
            </a: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Used for data visualization and graph plotting 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Loaded dataset from Excel file using </a:t>
            </a:r>
            <a:r>
              <a:rPr lang="en-IN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pd.read_excel</a:t>
            </a:r>
            <a: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br>
              <a:rPr lang="en-IN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IN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04AEA9-2993-5AAE-DA69-11D338B7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Data Preparation &amp; Loading</a:t>
            </a:r>
            <a:endParaRPr lang="en-IN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7861F0-938D-72FD-C6A8-5F7A76239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84" t="20932" r="24355" b="70322"/>
          <a:stretch>
            <a:fillRect/>
          </a:stretch>
        </p:blipFill>
        <p:spPr>
          <a:xfrm>
            <a:off x="122038" y="4558521"/>
            <a:ext cx="11947924" cy="106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45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A4FCAE-F35D-080C-D9A9-4C042CFB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15336"/>
            <a:ext cx="11491452" cy="700115"/>
          </a:xfrm>
        </p:spPr>
        <p:txBody>
          <a:bodyPr/>
          <a:lstStyle/>
          <a:p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Excel Data into </a:t>
            </a:r>
            <a:r>
              <a:rPr lang="en-US" sz="4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  <a:endParaRPr lang="en-IN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1F14672-1408-F53B-405A-FDFD7CEFB3F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4650" t="41464" r="44489" b="38225"/>
          <a:stretch>
            <a:fillRect/>
          </a:stretch>
        </p:blipFill>
        <p:spPr>
          <a:xfrm>
            <a:off x="1199535" y="2964427"/>
            <a:ext cx="9476908" cy="2649793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BF913D-38D6-3D7D-4981-824354452A4C}"/>
              </a:ext>
            </a:extLst>
          </p:cNvPr>
          <p:cNvSpPr txBox="1"/>
          <p:nvPr/>
        </p:nvSpPr>
        <p:spPr>
          <a:xfrm>
            <a:off x="1396181" y="1907458"/>
            <a:ext cx="9409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Through this code, we include the dataset into </a:t>
            </a: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jupyter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notebook along with file path and project path for further processes, coding and calculations.</a:t>
            </a: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91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7131BA-1FB4-11E4-4485-41F8A3750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2337619" cy="78084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3FCD93-176E-E478-7529-D301139A36B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20430" t="43137" r="43145" b="9313"/>
          <a:stretch>
            <a:fillRect/>
          </a:stretch>
        </p:blipFill>
        <p:spPr>
          <a:xfrm>
            <a:off x="2821857" y="1415845"/>
            <a:ext cx="6548285" cy="4808518"/>
          </a:xfrm>
        </p:spPr>
      </p:pic>
    </p:spTree>
    <p:extLst>
      <p:ext uri="{BB962C8B-B14F-4D97-AF65-F5344CB8AC3E}">
        <p14:creationId xmlns:p14="http://schemas.microsoft.com/office/powerpoint/2010/main" val="71871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036BCD-123C-B7D4-5053-900D5541E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6" y="792316"/>
            <a:ext cx="11078497" cy="474739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plotting of population with no education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E773E-0EFC-C868-DD25-8B03254B64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32" t="31255" r="17177" b="7526"/>
          <a:stretch>
            <a:fillRect/>
          </a:stretch>
        </p:blipFill>
        <p:spPr>
          <a:xfrm>
            <a:off x="865239" y="1846443"/>
            <a:ext cx="10255045" cy="46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8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7EBB2-9CBA-18CF-878F-3D0CAF5E3B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plt.bar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— Creates a bar chart to compare values across categories (countries)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plt.xlabel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— Sets the label for the x-axis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plt.ylabel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— Sets the label for the y-axis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plt.title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— Adds a title to the plot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plt.xticks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(rotation=70) — Rotates x-axis labels for better readability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plt.tight_layout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— Automatically adjusts subplot spacing to prevent label cutoff, or presents the graph clearly</a:t>
            </a:r>
          </a:p>
          <a:p>
            <a:pPr>
              <a:lnSpc>
                <a:spcPct val="100000"/>
              </a:lnSpc>
            </a:pPr>
            <a:endParaRPr lang="en-IN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48CFE2-349B-93A6-9D37-E6057693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663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1BB5BE-0A38-015F-9B95-BF2DD6E7541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14920" t="23303" r="9141" b="7879"/>
          <a:stretch>
            <a:fillRect/>
          </a:stretch>
        </p:blipFill>
        <p:spPr>
          <a:xfrm>
            <a:off x="816077" y="1671483"/>
            <a:ext cx="10156723" cy="439538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94559C-BC64-4425-0D8D-39B63192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635000"/>
            <a:ext cx="10515601" cy="613697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 of population with at least some basic education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008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656CEB-6610-9362-2E58-D9279F15C8D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 Performers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Most developed nations exceed 90% literacy</a:t>
            </a: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Mid-Range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Emerging economies show 60-80% access</a:t>
            </a: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Developing Nations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Some countries below 50% basic education</a:t>
            </a:r>
          </a:p>
          <a:p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Trend: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Strong positive correlation with economic development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EAA208-4C20-9CEE-2CDE-84C6B663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 panose="020B0604020202020204" pitchFamily="34" charset="-122"/>
                <a:cs typeface="Times New Roman" panose="02020603050405020304" pitchFamily="18" charset="0"/>
              </a:rPr>
              <a:t>Global Literacy Bar Chart Analysis</a:t>
            </a:r>
            <a:br>
              <a:rPr lang="en-US" sz="4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u="sng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06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D8ADCE-F41F-DD3F-6211-93ACD05164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box plot displays the distribution of data using quartiles, showing how data is spread across the range. It reveals median, spread, and outliers.</a:t>
            </a:r>
          </a:p>
          <a:p>
            <a:r>
              <a:rPr lang="en-US" dirty="0"/>
              <a:t>Box: Contains the middle 50% of data</a:t>
            </a:r>
          </a:p>
          <a:p>
            <a:r>
              <a:rPr lang="en-US" dirty="0"/>
              <a:t>Whiskers: Show the range of typical values</a:t>
            </a:r>
          </a:p>
          <a:p>
            <a:r>
              <a:rPr lang="en-US" dirty="0"/>
              <a:t>Outliers: Individual points beyond the whiskers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D43211-2807-0987-9090-EBA7280E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3389671" cy="700115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plotting 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58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77900-46B4-F267-3F84-A3A4179282D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22178" t="19480" r="44758" b="10508"/>
          <a:stretch>
            <a:fillRect/>
          </a:stretch>
        </p:blipFill>
        <p:spPr>
          <a:xfrm>
            <a:off x="7128387" y="1396069"/>
            <a:ext cx="4226688" cy="50342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0E34D6E-14F0-F4BC-B1EA-7B7CA725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665542" cy="859503"/>
          </a:xfrm>
        </p:spPr>
        <p:txBody>
          <a:bodyPr/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of population with no primary education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75CD4-BE43-82EA-DA09-B5AF238AD4BD}"/>
              </a:ext>
            </a:extLst>
          </p:cNvPr>
          <p:cNvSpPr txBox="1"/>
          <p:nvPr/>
        </p:nvSpPr>
        <p:spPr>
          <a:xfrm>
            <a:off x="836925" y="1700982"/>
            <a:ext cx="5396727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Median (Q2): </a:t>
            </a:r>
            <a:r>
              <a:rPr lang="en-US" dirty="0"/>
              <a:t>~8-12% — Central tendency shows typical percentage without basic education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Q1 (25th percentile): </a:t>
            </a:r>
            <a:r>
              <a:rPr lang="en-US" dirty="0"/>
              <a:t>~2-3% — Lower quartile: 25% of countries have below 3% uneducated population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Q3 (75th percentile): </a:t>
            </a:r>
            <a:r>
              <a:rPr lang="en-US" dirty="0"/>
              <a:t>~20-25% — Upper quartile: 75% of countries have below 20-25% without education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Around 10% of the total population have had no primary education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4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E0B872-7676-1E03-1545-58209F767AD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20565" t="18046" r="40054" b="10269"/>
          <a:stretch>
            <a:fillRect/>
          </a:stretch>
        </p:blipFill>
        <p:spPr>
          <a:xfrm>
            <a:off x="6243484" y="1465006"/>
            <a:ext cx="5279924" cy="502351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233578B-EA1A-5414-7EFF-C9081132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1"/>
            <a:ext cx="10606548" cy="495710"/>
          </a:xfrm>
        </p:spPr>
        <p:txBody>
          <a:bodyPr/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of population with at least some primary education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29CB8-D9F2-BA06-9882-690991C90548}"/>
              </a:ext>
            </a:extLst>
          </p:cNvPr>
          <p:cNvSpPr txBox="1"/>
          <p:nvPr/>
        </p:nvSpPr>
        <p:spPr>
          <a:xfrm>
            <a:off x="1248697" y="1838632"/>
            <a:ext cx="44736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(Q2): ~90% — Most countries have achieved 90% basic education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Q1 (25th percentile): ~85% — Lower quartile shows 25% of countries below this threshold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Q3 (75th percentile): ~96% — Upper quartile shows 75% of countries exceed 96% literacy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90% of the targeted population have at least some basic education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050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A25856-11C1-4AF9-0D49-6B501C6832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0439" y="1739833"/>
            <a:ext cx="10913805" cy="2527368"/>
          </a:xfrm>
        </p:spPr>
        <p:txBody>
          <a:bodyPr/>
          <a:lstStyle/>
          <a:p>
            <a:pPr algn="ctr"/>
            <a:r>
              <a:rPr lang="en-US" sz="5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/>
            <a:endParaRPr lang="en-US" sz="5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0790F-9D70-23D5-4453-ADF054E1A0F5}"/>
              </a:ext>
            </a:extLst>
          </p:cNvPr>
          <p:cNvSpPr txBox="1"/>
          <p:nvPr/>
        </p:nvSpPr>
        <p:spPr>
          <a:xfrm>
            <a:off x="1061884" y="3559278"/>
            <a:ext cx="100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was made under the guidance of Sir Vikas Goel, for which we are highly grateful to him.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0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Machine Learning PPT</Template>
  <TotalTime>86</TotalTime>
  <Words>625</Words>
  <Application>Microsoft Office PowerPoint</Application>
  <PresentationFormat>Widescreen</PresentationFormat>
  <Paragraphs>74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Sans Serif Collection</vt:lpstr>
      <vt:lpstr>Times New Roman</vt:lpstr>
      <vt:lpstr>Wingdings</vt:lpstr>
      <vt:lpstr>Office Theme</vt:lpstr>
      <vt:lpstr>Global Access to Primary Education</vt:lpstr>
      <vt:lpstr>Project Objective</vt:lpstr>
      <vt:lpstr>Dataset Overview</vt:lpstr>
      <vt:lpstr>Dataset</vt:lpstr>
      <vt:lpstr>Research Questions</vt:lpstr>
      <vt:lpstr>Data Preparation &amp; Loading</vt:lpstr>
      <vt:lpstr>Reading Excel Data into Jupyter Notebook</vt:lpstr>
      <vt:lpstr>Output</vt:lpstr>
      <vt:lpstr>Bar Graph plotting of population with no education</vt:lpstr>
      <vt:lpstr>Continued..</vt:lpstr>
      <vt:lpstr>Bar graph of population with at least some basic education</vt:lpstr>
      <vt:lpstr>Global Literacy Bar Chart Analysis </vt:lpstr>
      <vt:lpstr>Box plotting </vt:lpstr>
      <vt:lpstr>Box plot of population with no primary education</vt:lpstr>
      <vt:lpstr>Box plot of population with at least some primary education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Dr.Neshat Qamar</dc:creator>
  <cp:lastModifiedBy>Dr.Neshat Qamar</cp:lastModifiedBy>
  <cp:revision>1</cp:revision>
  <dcterms:created xsi:type="dcterms:W3CDTF">2025-11-29T14:04:51Z</dcterms:created>
  <dcterms:modified xsi:type="dcterms:W3CDTF">2025-11-29T15:31:39Z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