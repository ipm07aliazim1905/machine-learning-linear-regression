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4" r:id="rId5"/>
    <p:sldId id="302" r:id="rId6"/>
    <p:sldId id="315" r:id="rId7"/>
    <p:sldId id="327" r:id="rId8"/>
    <p:sldId id="294" r:id="rId9"/>
    <p:sldId id="328" r:id="rId10"/>
    <p:sldId id="329" r:id="rId11"/>
    <p:sldId id="330" r:id="rId12"/>
    <p:sldId id="331" r:id="rId13"/>
    <p:sldId id="333" r:id="rId14"/>
    <p:sldId id="332" r:id="rId15"/>
    <p:sldId id="334" r:id="rId16"/>
    <p:sldId id="312" r:id="rId17"/>
    <p:sldId id="3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BCC44-7922-4960-B40A-79A457968653}" v="94" dt="2025-11-23T18:47:54.035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Neshat Qamar" userId="c1ef5a9ce268edfb" providerId="LiveId" clId="{61A81C96-E1BA-437C-9AFB-8BCD03B7E231}"/>
    <pc:docChg chg="undo redo custSel addSld delSld modSld">
      <pc:chgData name="Dr.Neshat Qamar" userId="c1ef5a9ce268edfb" providerId="LiveId" clId="{61A81C96-E1BA-437C-9AFB-8BCD03B7E231}" dt="2025-11-23T18:47:54.035" v="2262"/>
      <pc:docMkLst>
        <pc:docMk/>
      </pc:docMkLst>
      <pc:sldChg chg="addSp delSp modSp mod modAnim">
        <pc:chgData name="Dr.Neshat Qamar" userId="c1ef5a9ce268edfb" providerId="LiveId" clId="{61A81C96-E1BA-437C-9AFB-8BCD03B7E231}" dt="2025-11-23T18:46:35.992" v="2248"/>
        <pc:sldMkLst>
          <pc:docMk/>
          <pc:sldMk cId="25800700" sldId="294"/>
        </pc:sldMkLst>
        <pc:spChg chg="add mod">
          <ac:chgData name="Dr.Neshat Qamar" userId="c1ef5a9ce268edfb" providerId="LiveId" clId="{61A81C96-E1BA-437C-9AFB-8BCD03B7E231}" dt="2025-11-23T17:59:09.523" v="722" actId="20577"/>
          <ac:spMkLst>
            <pc:docMk/>
            <pc:sldMk cId="25800700" sldId="294"/>
            <ac:spMk id="3" creationId="{D8C8FCCE-FDC0-F953-F5DD-93B37FA28A24}"/>
          </ac:spMkLst>
        </pc:spChg>
        <pc:spChg chg="mod">
          <ac:chgData name="Dr.Neshat Qamar" userId="c1ef5a9ce268edfb" providerId="LiveId" clId="{61A81C96-E1BA-437C-9AFB-8BCD03B7E231}" dt="2025-11-23T17:51:16.063" v="402" actId="1076"/>
          <ac:spMkLst>
            <pc:docMk/>
            <pc:sldMk cId="25800700" sldId="294"/>
            <ac:spMk id="8" creationId="{3EEDAF89-0ECD-416A-93E5-A300FF0B9702}"/>
          </ac:spMkLst>
        </pc:spChg>
        <pc:graphicFrameChg chg="add mod">
          <ac:chgData name="Dr.Neshat Qamar" userId="c1ef5a9ce268edfb" providerId="LiveId" clId="{61A81C96-E1BA-437C-9AFB-8BCD03B7E231}" dt="2025-11-23T17:50:43.722" v="397"/>
          <ac:graphicFrameMkLst>
            <pc:docMk/>
            <pc:sldMk cId="25800700" sldId="294"/>
            <ac:graphicFrameMk id="2" creationId="{BBB34574-6177-4514-8D8E-C0DCBFBE0D93}"/>
          </ac:graphicFrameMkLst>
        </pc:graphicFrameChg>
        <pc:graphicFrameChg chg="del">
          <ac:chgData name="Dr.Neshat Qamar" userId="c1ef5a9ce268edfb" providerId="LiveId" clId="{61A81C96-E1BA-437C-9AFB-8BCD03B7E231}" dt="2025-11-23T17:50:37.762" v="395" actId="21"/>
          <ac:graphicFrameMkLst>
            <pc:docMk/>
            <pc:sldMk cId="25800700" sldId="294"/>
            <ac:graphicFrameMk id="16" creationId="{BBB34574-6177-4514-8D8E-C0DCBFBE0D93}"/>
          </ac:graphicFrameMkLst>
        </pc:graphicFrameChg>
        <pc:picChg chg="add mod modCrop">
          <ac:chgData name="Dr.Neshat Qamar" userId="c1ef5a9ce268edfb" providerId="LiveId" clId="{61A81C96-E1BA-437C-9AFB-8BCD03B7E231}" dt="2025-11-23T17:58:51.638" v="708" actId="1076"/>
          <ac:picMkLst>
            <pc:docMk/>
            <pc:sldMk cId="25800700" sldId="294"/>
            <ac:picMk id="5" creationId="{A9E94E9B-85C1-83ED-E9B8-A6A77CD21413}"/>
          </ac:picMkLst>
        </pc:picChg>
      </pc:sldChg>
      <pc:sldChg chg="del">
        <pc:chgData name="Dr.Neshat Qamar" userId="c1ef5a9ce268edfb" providerId="LiveId" clId="{61A81C96-E1BA-437C-9AFB-8BCD03B7E231}" dt="2025-11-23T18:00:11.893" v="724" actId="2696"/>
        <pc:sldMkLst>
          <pc:docMk/>
          <pc:sldMk cId="2575421478" sldId="295"/>
        </pc:sldMkLst>
      </pc:sldChg>
      <pc:sldChg chg="addSp delSp modSp mod modAnim">
        <pc:chgData name="Dr.Neshat Qamar" userId="c1ef5a9ce268edfb" providerId="LiveId" clId="{61A81C96-E1BA-437C-9AFB-8BCD03B7E231}" dt="2025-11-23T18:46:04.835" v="2243"/>
        <pc:sldMkLst>
          <pc:docMk/>
          <pc:sldMk cId="1341901065" sldId="302"/>
        </pc:sldMkLst>
        <pc:spChg chg="add del mod">
          <ac:chgData name="Dr.Neshat Qamar" userId="c1ef5a9ce268edfb" providerId="LiveId" clId="{61A81C96-E1BA-437C-9AFB-8BCD03B7E231}" dt="2025-11-23T16:28:58.874" v="141" actId="931"/>
          <ac:spMkLst>
            <pc:docMk/>
            <pc:sldMk cId="1341901065" sldId="302"/>
            <ac:spMk id="3" creationId="{A8943624-344F-EBC1-0BEF-1A529274C733}"/>
          </ac:spMkLst>
        </pc:spChg>
        <pc:spChg chg="mod">
          <ac:chgData name="Dr.Neshat Qamar" userId="c1ef5a9ce268edfb" providerId="LiveId" clId="{61A81C96-E1BA-437C-9AFB-8BCD03B7E231}" dt="2025-11-23T16:34:15.122" v="190" actId="14100"/>
          <ac:spMkLst>
            <pc:docMk/>
            <pc:sldMk cId="1341901065" sldId="302"/>
            <ac:spMk id="7" creationId="{B21C28F5-3CA3-4B78-B5C9-550C00BB3174}"/>
          </ac:spMkLst>
        </pc:spChg>
        <pc:spChg chg="add del mod">
          <ac:chgData name="Dr.Neshat Qamar" userId="c1ef5a9ce268edfb" providerId="LiveId" clId="{61A81C96-E1BA-437C-9AFB-8BCD03B7E231}" dt="2025-11-23T16:29:14.890" v="144" actId="21"/>
          <ac:spMkLst>
            <pc:docMk/>
            <pc:sldMk cId="1341901065" sldId="302"/>
            <ac:spMk id="8" creationId="{F8C89457-C4C2-6CD7-B294-AE702FD4BB2D}"/>
          </ac:spMkLst>
        </pc:spChg>
        <pc:spChg chg="mod">
          <ac:chgData name="Dr.Neshat Qamar" userId="c1ef5a9ce268edfb" providerId="LiveId" clId="{61A81C96-E1BA-437C-9AFB-8BCD03B7E231}" dt="2025-11-23T16:34:03.546" v="189" actId="115"/>
          <ac:spMkLst>
            <pc:docMk/>
            <pc:sldMk cId="1341901065" sldId="302"/>
            <ac:spMk id="9" creationId="{FEF304F5-32C5-4869-B185-859B567855A8}"/>
          </ac:spMkLst>
        </pc:spChg>
        <pc:picChg chg="add del mod">
          <ac:chgData name="Dr.Neshat Qamar" userId="c1ef5a9ce268edfb" providerId="LiveId" clId="{61A81C96-E1BA-437C-9AFB-8BCD03B7E231}" dt="2025-11-23T16:29:09.229" v="143" actId="21"/>
          <ac:picMkLst>
            <pc:docMk/>
            <pc:sldMk cId="1341901065" sldId="302"/>
            <ac:picMk id="5" creationId="{8E6CE21B-F3BB-6571-2713-2027E4878711}"/>
          </ac:picMkLst>
        </pc:picChg>
        <pc:picChg chg="add">
          <ac:chgData name="Dr.Neshat Qamar" userId="c1ef5a9ce268edfb" providerId="LiveId" clId="{61A81C96-E1BA-437C-9AFB-8BCD03B7E231}" dt="2025-11-23T16:29:22.879" v="145"/>
          <ac:picMkLst>
            <pc:docMk/>
            <pc:sldMk cId="1341901065" sldId="302"/>
            <ac:picMk id="10" creationId="{145D5270-7C6A-0049-50EB-682C53575C3A}"/>
          </ac:picMkLst>
        </pc:picChg>
        <pc:picChg chg="del mod">
          <ac:chgData name="Dr.Neshat Qamar" userId="c1ef5a9ce268edfb" providerId="LiveId" clId="{61A81C96-E1BA-437C-9AFB-8BCD03B7E231}" dt="2025-11-23T16:27:26.738" v="140" actId="21"/>
          <ac:picMkLst>
            <pc:docMk/>
            <pc:sldMk cId="1341901065" sldId="302"/>
            <ac:picMk id="11" creationId="{1CE2008D-DBCE-465F-90DA-B28A4E525131}"/>
          </ac:picMkLst>
        </pc:picChg>
        <pc:picChg chg="add mod">
          <ac:chgData name="Dr.Neshat Qamar" userId="c1ef5a9ce268edfb" providerId="LiveId" clId="{61A81C96-E1BA-437C-9AFB-8BCD03B7E231}" dt="2025-11-23T16:29:57.623" v="151" actId="14100"/>
          <ac:picMkLst>
            <pc:docMk/>
            <pc:sldMk cId="1341901065" sldId="302"/>
            <ac:picMk id="13" creationId="{C5F49C85-9ACB-B4D5-55FC-1C96E385F7DD}"/>
          </ac:picMkLst>
        </pc:picChg>
      </pc:sldChg>
      <pc:sldChg chg="del">
        <pc:chgData name="Dr.Neshat Qamar" userId="c1ef5a9ce268edfb" providerId="LiveId" clId="{61A81C96-E1BA-437C-9AFB-8BCD03B7E231}" dt="2025-11-23T18:33:21.288" v="1677" actId="2696"/>
        <pc:sldMkLst>
          <pc:docMk/>
          <pc:sldMk cId="3401748718" sldId="304"/>
        </pc:sldMkLst>
      </pc:sldChg>
      <pc:sldChg chg="del">
        <pc:chgData name="Dr.Neshat Qamar" userId="c1ef5a9ce268edfb" providerId="LiveId" clId="{61A81C96-E1BA-437C-9AFB-8BCD03B7E231}" dt="2025-11-23T18:33:02.614" v="1674" actId="2696"/>
        <pc:sldMkLst>
          <pc:docMk/>
          <pc:sldMk cId="3007378520" sldId="310"/>
        </pc:sldMkLst>
      </pc:sldChg>
      <pc:sldChg chg="del">
        <pc:chgData name="Dr.Neshat Qamar" userId="c1ef5a9ce268edfb" providerId="LiveId" clId="{61A81C96-E1BA-437C-9AFB-8BCD03B7E231}" dt="2025-11-23T18:33:06.391" v="1675" actId="2696"/>
        <pc:sldMkLst>
          <pc:docMk/>
          <pc:sldMk cId="3903608907" sldId="311"/>
        </pc:sldMkLst>
      </pc:sldChg>
      <pc:sldChg chg="delSp modSp mod modAnim">
        <pc:chgData name="Dr.Neshat Qamar" userId="c1ef5a9ce268edfb" providerId="LiveId" clId="{61A81C96-E1BA-437C-9AFB-8BCD03B7E231}" dt="2025-11-23T18:47:47.396" v="2261"/>
        <pc:sldMkLst>
          <pc:docMk/>
          <pc:sldMk cId="4120671462" sldId="312"/>
        </pc:sldMkLst>
        <pc:spChg chg="mod">
          <ac:chgData name="Dr.Neshat Qamar" userId="c1ef5a9ce268edfb" providerId="LiveId" clId="{61A81C96-E1BA-437C-9AFB-8BCD03B7E231}" dt="2025-11-23T18:33:54.804" v="1712" actId="2711"/>
          <ac:spMkLst>
            <pc:docMk/>
            <pc:sldMk cId="4120671462" sldId="312"/>
            <ac:spMk id="2" creationId="{1B67F211-ED25-4BED-862A-17F84B323349}"/>
          </ac:spMkLst>
        </pc:spChg>
        <pc:spChg chg="mod">
          <ac:chgData name="Dr.Neshat Qamar" userId="c1ef5a9ce268edfb" providerId="LiveId" clId="{61A81C96-E1BA-437C-9AFB-8BCD03B7E231}" dt="2025-11-23T18:37:57.043" v="2021" actId="20577"/>
          <ac:spMkLst>
            <pc:docMk/>
            <pc:sldMk cId="4120671462" sldId="312"/>
            <ac:spMk id="7" creationId="{64DBD184-BCBE-4A38-8DF2-C0C550ADE4C4}"/>
          </ac:spMkLst>
        </pc:spChg>
        <pc:spChg chg="del mod">
          <ac:chgData name="Dr.Neshat Qamar" userId="c1ef5a9ce268edfb" providerId="LiveId" clId="{61A81C96-E1BA-437C-9AFB-8BCD03B7E231}" dt="2025-11-23T18:37:41.503" v="2010"/>
          <ac:spMkLst>
            <pc:docMk/>
            <pc:sldMk cId="4120671462" sldId="312"/>
            <ac:spMk id="9" creationId="{BBD1A11C-0D13-40D5-A96C-6C9C65FDED12}"/>
          </ac:spMkLst>
        </pc:spChg>
        <pc:spChg chg="mod">
          <ac:chgData name="Dr.Neshat Qamar" userId="c1ef5a9ce268edfb" providerId="LiveId" clId="{61A81C96-E1BA-437C-9AFB-8BCD03B7E231}" dt="2025-11-23T18:35:33.381" v="1980" actId="207"/>
          <ac:spMkLst>
            <pc:docMk/>
            <pc:sldMk cId="4120671462" sldId="312"/>
            <ac:spMk id="11" creationId="{0A302878-D117-49D8-8CD3-093E34DF215B}"/>
          </ac:spMkLst>
        </pc:spChg>
        <pc:spChg chg="del mod">
          <ac:chgData name="Dr.Neshat Qamar" userId="c1ef5a9ce268edfb" providerId="LiveId" clId="{61A81C96-E1BA-437C-9AFB-8BCD03B7E231}" dt="2025-11-23T18:36:58.944" v="1995"/>
          <ac:spMkLst>
            <pc:docMk/>
            <pc:sldMk cId="4120671462" sldId="312"/>
            <ac:spMk id="13" creationId="{E0A3F38B-310F-454B-9EF6-EF4B5FD017B0}"/>
          </ac:spMkLst>
        </pc:spChg>
        <pc:spChg chg="del mod">
          <ac:chgData name="Dr.Neshat Qamar" userId="c1ef5a9ce268edfb" providerId="LiveId" clId="{61A81C96-E1BA-437C-9AFB-8BCD03B7E231}" dt="2025-11-23T18:37:32.190" v="2003"/>
          <ac:spMkLst>
            <pc:docMk/>
            <pc:sldMk cId="4120671462" sldId="312"/>
            <ac:spMk id="15" creationId="{802A63E6-17C3-4C42-AD30-C1D1236CE8C7}"/>
          </ac:spMkLst>
        </pc:spChg>
        <pc:spChg chg="mod">
          <ac:chgData name="Dr.Neshat Qamar" userId="c1ef5a9ce268edfb" providerId="LiveId" clId="{61A81C96-E1BA-437C-9AFB-8BCD03B7E231}" dt="2025-11-23T18:44:11.548" v="2226" actId="1076"/>
          <ac:spMkLst>
            <pc:docMk/>
            <pc:sldMk cId="4120671462" sldId="312"/>
            <ac:spMk id="17" creationId="{4B6D4D59-1662-44D5-B239-F9F86487BE32}"/>
          </ac:spMkLst>
        </pc:spChg>
        <pc:spChg chg="mod">
          <ac:chgData name="Dr.Neshat Qamar" userId="c1ef5a9ce268edfb" providerId="LiveId" clId="{61A81C96-E1BA-437C-9AFB-8BCD03B7E231}" dt="2025-11-23T18:44:17.569" v="2227" actId="1076"/>
          <ac:spMkLst>
            <pc:docMk/>
            <pc:sldMk cId="4120671462" sldId="312"/>
            <ac:spMk id="19" creationId="{A6510D74-8CDF-4500-996B-40C07942D72B}"/>
          </ac:spMkLst>
        </pc:spChg>
        <pc:spChg chg="del">
          <ac:chgData name="Dr.Neshat Qamar" userId="c1ef5a9ce268edfb" providerId="LiveId" clId="{61A81C96-E1BA-437C-9AFB-8BCD03B7E231}" dt="2025-11-23T18:37:26.821" v="1999" actId="21"/>
          <ac:spMkLst>
            <pc:docMk/>
            <pc:sldMk cId="4120671462" sldId="312"/>
            <ac:spMk id="20" creationId="{E3AEA7C5-E53C-47EB-B54E-E09414923CE6}"/>
          </ac:spMkLst>
        </pc:spChg>
        <pc:spChg chg="del">
          <ac:chgData name="Dr.Neshat Qamar" userId="c1ef5a9ce268edfb" providerId="LiveId" clId="{61A81C96-E1BA-437C-9AFB-8BCD03B7E231}" dt="2025-11-23T18:37:36.145" v="2005" actId="478"/>
          <ac:spMkLst>
            <pc:docMk/>
            <pc:sldMk cId="4120671462" sldId="312"/>
            <ac:spMk id="26" creationId="{F73E68A5-255F-4C3B-82E4-28F5CE1AA4BA}"/>
          </ac:spMkLst>
        </pc:spChg>
        <pc:spChg chg="del">
          <ac:chgData name="Dr.Neshat Qamar" userId="c1ef5a9ce268edfb" providerId="LiveId" clId="{61A81C96-E1BA-437C-9AFB-8BCD03B7E231}" dt="2025-11-23T18:37:32.189" v="2001" actId="478"/>
          <ac:spMkLst>
            <pc:docMk/>
            <pc:sldMk cId="4120671462" sldId="312"/>
            <ac:spMk id="28" creationId="{BC618CE4-6DEC-4D26-B202-8BAAA269727E}"/>
          </ac:spMkLst>
        </pc:spChg>
        <pc:picChg chg="del">
          <ac:chgData name="Dr.Neshat Qamar" userId="c1ef5a9ce268edfb" providerId="LiveId" clId="{61A81C96-E1BA-437C-9AFB-8BCD03B7E231}" dt="2025-11-23T18:36:58.943" v="1993" actId="478"/>
          <ac:picMkLst>
            <pc:docMk/>
            <pc:sldMk cId="4120671462" sldId="312"/>
            <ac:picMk id="30" creationId="{245749D8-5A06-44F2-B96E-6718BBEB6C47}"/>
          </ac:picMkLst>
        </pc:picChg>
        <pc:picChg chg="mod">
          <ac:chgData name="Dr.Neshat Qamar" userId="c1ef5a9ce268edfb" providerId="LiveId" clId="{61A81C96-E1BA-437C-9AFB-8BCD03B7E231}" dt="2025-11-23T18:44:21.647" v="2228" actId="1076"/>
          <ac:picMkLst>
            <pc:docMk/>
            <pc:sldMk cId="4120671462" sldId="312"/>
            <ac:picMk id="32" creationId="{B6919A3F-A031-4557-AAC9-0C948C6E4D6A}"/>
          </ac:picMkLst>
        </pc:picChg>
        <pc:picChg chg="del">
          <ac:chgData name="Dr.Neshat Qamar" userId="c1ef5a9ce268edfb" providerId="LiveId" clId="{61A81C96-E1BA-437C-9AFB-8BCD03B7E231}" dt="2025-11-23T18:37:37.328" v="2006" actId="478"/>
          <ac:picMkLst>
            <pc:docMk/>
            <pc:sldMk cId="4120671462" sldId="312"/>
            <ac:picMk id="36" creationId="{3F4B17BF-671E-4F42-AB1B-F84F52DCE251}"/>
          </ac:picMkLst>
        </pc:picChg>
        <pc:picChg chg="del">
          <ac:chgData name="Dr.Neshat Qamar" userId="c1ef5a9ce268edfb" providerId="LiveId" clId="{61A81C96-E1BA-437C-9AFB-8BCD03B7E231}" dt="2025-11-23T18:37:33.805" v="2004" actId="478"/>
          <ac:picMkLst>
            <pc:docMk/>
            <pc:sldMk cId="4120671462" sldId="312"/>
            <ac:picMk id="38" creationId="{44B68078-72CC-45F5-9CD3-20C37D3298D8}"/>
          </ac:picMkLst>
        </pc:picChg>
      </pc:sldChg>
      <pc:sldChg chg="modSp del mod">
        <pc:chgData name="Dr.Neshat Qamar" userId="c1ef5a9ce268edfb" providerId="LiveId" clId="{61A81C96-E1BA-437C-9AFB-8BCD03B7E231}" dt="2025-11-23T18:39:10.350" v="2084" actId="2696"/>
        <pc:sldMkLst>
          <pc:docMk/>
          <pc:sldMk cId="715534863" sldId="313"/>
        </pc:sldMkLst>
        <pc:spChg chg="mod">
          <ac:chgData name="Dr.Neshat Qamar" userId="c1ef5a9ce268edfb" providerId="LiveId" clId="{61A81C96-E1BA-437C-9AFB-8BCD03B7E231}" dt="2025-11-23T18:38:53.050" v="2072" actId="20577"/>
          <ac:spMkLst>
            <pc:docMk/>
            <pc:sldMk cId="715534863" sldId="313"/>
            <ac:spMk id="2" creationId="{F6CA4448-4930-46E0-AD53-50021D9DCF2B}"/>
          </ac:spMkLst>
        </pc:spChg>
        <pc:spChg chg="mod">
          <ac:chgData name="Dr.Neshat Qamar" userId="c1ef5a9ce268edfb" providerId="LiveId" clId="{61A81C96-E1BA-437C-9AFB-8BCD03B7E231}" dt="2025-11-23T18:38:59.739" v="2083" actId="20577"/>
          <ac:spMkLst>
            <pc:docMk/>
            <pc:sldMk cId="715534863" sldId="313"/>
            <ac:spMk id="3" creationId="{123F6824-E409-4436-9F53-FF50E9FB0CC0}"/>
          </ac:spMkLst>
        </pc:spChg>
      </pc:sldChg>
      <pc:sldChg chg="del">
        <pc:chgData name="Dr.Neshat Qamar" userId="c1ef5a9ce268edfb" providerId="LiveId" clId="{61A81C96-E1BA-437C-9AFB-8BCD03B7E231}" dt="2025-11-23T18:33:17.559" v="1676" actId="2696"/>
        <pc:sldMkLst>
          <pc:docMk/>
          <pc:sldMk cId="1856314060" sldId="314"/>
        </pc:sldMkLst>
      </pc:sldChg>
      <pc:sldChg chg="addSp delSp modSp mod modAnim">
        <pc:chgData name="Dr.Neshat Qamar" userId="c1ef5a9ce268edfb" providerId="LiveId" clId="{61A81C96-E1BA-437C-9AFB-8BCD03B7E231}" dt="2025-11-23T18:46:15.650" v="2245"/>
        <pc:sldMkLst>
          <pc:docMk/>
          <pc:sldMk cId="3696770303" sldId="315"/>
        </pc:sldMkLst>
        <pc:spChg chg="add del mod">
          <ac:chgData name="Dr.Neshat Qamar" userId="c1ef5a9ce268edfb" providerId="LiveId" clId="{61A81C96-E1BA-437C-9AFB-8BCD03B7E231}" dt="2025-11-23T16:35:09.639" v="213" actId="21"/>
          <ac:spMkLst>
            <pc:docMk/>
            <pc:sldMk cId="3696770303" sldId="315"/>
            <ac:spMk id="3" creationId="{64391193-0655-CA37-85FF-56332FE0CB68}"/>
          </ac:spMkLst>
        </pc:spChg>
        <pc:spChg chg="mod">
          <ac:chgData name="Dr.Neshat Qamar" userId="c1ef5a9ce268edfb" providerId="LiveId" clId="{61A81C96-E1BA-437C-9AFB-8BCD03B7E231}" dt="2025-11-23T16:33:08.708" v="184" actId="2711"/>
          <ac:spMkLst>
            <pc:docMk/>
            <pc:sldMk cId="3696770303" sldId="315"/>
            <ac:spMk id="5" creationId="{91EF53E3-F88C-4203-A489-8C9D57513DF6}"/>
          </ac:spMkLst>
        </pc:spChg>
        <pc:spChg chg="mod">
          <ac:chgData name="Dr.Neshat Qamar" userId="c1ef5a9ce268edfb" providerId="LiveId" clId="{61A81C96-E1BA-437C-9AFB-8BCD03B7E231}" dt="2025-11-23T18:43:01.955" v="2225" actId="1076"/>
          <ac:spMkLst>
            <pc:docMk/>
            <pc:sldMk cId="3696770303" sldId="315"/>
            <ac:spMk id="8" creationId="{6F03AADD-A4FE-4CE8-944C-3F9C9777F0AB}"/>
          </ac:spMkLst>
        </pc:spChg>
        <pc:picChg chg="del">
          <ac:chgData name="Dr.Neshat Qamar" userId="c1ef5a9ce268edfb" providerId="LiveId" clId="{61A81C96-E1BA-437C-9AFB-8BCD03B7E231}" dt="2025-11-23T16:35:00.438" v="212" actId="21"/>
          <ac:picMkLst>
            <pc:docMk/>
            <pc:sldMk cId="3696770303" sldId="315"/>
            <ac:picMk id="4" creationId="{5EAB7860-C105-46A8-8B51-C886DCFAB528}"/>
          </ac:picMkLst>
        </pc:picChg>
      </pc:sldChg>
      <pc:sldChg chg="modSp mod modAnim">
        <pc:chgData name="Dr.Neshat Qamar" userId="c1ef5a9ce268edfb" providerId="LiveId" clId="{61A81C96-E1BA-437C-9AFB-8BCD03B7E231}" dt="2025-11-23T18:45:44.692" v="2239"/>
        <pc:sldMkLst>
          <pc:docMk/>
          <pc:sldMk cId="3665993043" sldId="324"/>
        </pc:sldMkLst>
        <pc:spChg chg="mod">
          <ac:chgData name="Dr.Neshat Qamar" userId="c1ef5a9ce268edfb" providerId="LiveId" clId="{61A81C96-E1BA-437C-9AFB-8BCD03B7E231}" dt="2025-11-23T16:22:15.342" v="1" actId="1076"/>
          <ac:spMkLst>
            <pc:docMk/>
            <pc:sldMk cId="3665993043" sldId="324"/>
            <ac:spMk id="5" creationId="{3656A811-35BB-0D5A-2141-A2F8E1CCE491}"/>
          </ac:spMkLst>
        </pc:spChg>
        <pc:picChg chg="mod">
          <ac:chgData name="Dr.Neshat Qamar" userId="c1ef5a9ce268edfb" providerId="LiveId" clId="{61A81C96-E1BA-437C-9AFB-8BCD03B7E231}" dt="2025-11-23T16:22:21.265" v="2" actId="1076"/>
          <ac:picMkLst>
            <pc:docMk/>
            <pc:sldMk cId="3665993043" sldId="324"/>
            <ac:picMk id="10" creationId="{80B13FA4-05AF-F1E7-2DA3-C7AFA8F2842D}"/>
          </ac:picMkLst>
        </pc:picChg>
        <pc:picChg chg="mod">
          <ac:chgData name="Dr.Neshat Qamar" userId="c1ef5a9ce268edfb" providerId="LiveId" clId="{61A81C96-E1BA-437C-9AFB-8BCD03B7E231}" dt="2025-11-23T18:42:13.407" v="2215" actId="1038"/>
          <ac:picMkLst>
            <pc:docMk/>
            <pc:sldMk cId="3665993043" sldId="324"/>
            <ac:picMk id="13" creationId="{E6A5B61D-69C0-4661-AD66-3D72D9A6E86F}"/>
          </ac:picMkLst>
        </pc:picChg>
      </pc:sldChg>
      <pc:sldChg chg="addSp delSp modSp del mod">
        <pc:chgData name="Dr.Neshat Qamar" userId="c1ef5a9ce268edfb" providerId="LiveId" clId="{61A81C96-E1BA-437C-9AFB-8BCD03B7E231}" dt="2025-11-23T16:43:39.985" v="301" actId="2696"/>
        <pc:sldMkLst>
          <pc:docMk/>
          <pc:sldMk cId="1110251285" sldId="325"/>
        </pc:sldMkLst>
        <pc:spChg chg="del">
          <ac:chgData name="Dr.Neshat Qamar" userId="c1ef5a9ce268edfb" providerId="LiveId" clId="{61A81C96-E1BA-437C-9AFB-8BCD03B7E231}" dt="2025-11-23T16:41:48.531" v="292" actId="21"/>
          <ac:spMkLst>
            <pc:docMk/>
            <pc:sldMk cId="1110251285" sldId="325"/>
            <ac:spMk id="3" creationId="{47310966-9752-4035-9DD5-FFBC93FC094D}"/>
          </ac:spMkLst>
        </pc:spChg>
        <pc:spChg chg="add del mod">
          <ac:chgData name="Dr.Neshat Qamar" userId="c1ef5a9ce268edfb" providerId="LiveId" clId="{61A81C96-E1BA-437C-9AFB-8BCD03B7E231}" dt="2025-11-23T16:41:56.101" v="294" actId="21"/>
          <ac:spMkLst>
            <pc:docMk/>
            <pc:sldMk cId="1110251285" sldId="325"/>
            <ac:spMk id="4" creationId="{C67D35AA-F793-07DE-B8BE-5D7D5447CC52}"/>
          </ac:spMkLst>
        </pc:spChg>
        <pc:spChg chg="mod">
          <ac:chgData name="Dr.Neshat Qamar" userId="c1ef5a9ce268edfb" providerId="LiveId" clId="{61A81C96-E1BA-437C-9AFB-8BCD03B7E231}" dt="2025-11-23T16:42:47.859" v="299" actId="20577"/>
          <ac:spMkLst>
            <pc:docMk/>
            <pc:sldMk cId="1110251285" sldId="325"/>
            <ac:spMk id="5" creationId="{6B6DDC29-DFE2-4F0C-9C81-DDBC9CD8D269}"/>
          </ac:spMkLst>
        </pc:spChg>
        <pc:spChg chg="add mod">
          <ac:chgData name="Dr.Neshat Qamar" userId="c1ef5a9ce268edfb" providerId="LiveId" clId="{61A81C96-E1BA-437C-9AFB-8BCD03B7E231}" dt="2025-11-23T16:43:09.652" v="300" actId="21"/>
          <ac:spMkLst>
            <pc:docMk/>
            <pc:sldMk cId="1110251285" sldId="325"/>
            <ac:spMk id="9" creationId="{2C669772-5FCC-4A0E-9A55-1188269C022F}"/>
          </ac:spMkLst>
        </pc:spChg>
        <pc:spChg chg="mod">
          <ac:chgData name="Dr.Neshat Qamar" userId="c1ef5a9ce268edfb" providerId="LiveId" clId="{61A81C96-E1BA-437C-9AFB-8BCD03B7E231}" dt="2025-11-23T16:41:43.929" v="291" actId="20577"/>
          <ac:spMkLst>
            <pc:docMk/>
            <pc:sldMk cId="1110251285" sldId="325"/>
            <ac:spMk id="11" creationId="{3D9E7E43-0082-4819-947F-94AD5664FC83}"/>
          </ac:spMkLst>
        </pc:spChg>
        <pc:picChg chg="add del">
          <ac:chgData name="Dr.Neshat Qamar" userId="c1ef5a9ce268edfb" providerId="LiveId" clId="{61A81C96-E1BA-437C-9AFB-8BCD03B7E231}" dt="2025-11-23T16:43:09.652" v="300" actId="21"/>
          <ac:picMkLst>
            <pc:docMk/>
            <pc:sldMk cId="1110251285" sldId="325"/>
            <ac:picMk id="10" creationId="{067ABCFB-135D-465A-8D06-3042F9E75BB6}"/>
          </ac:picMkLst>
        </pc:picChg>
      </pc:sldChg>
      <pc:sldChg chg="add del">
        <pc:chgData name="Dr.Neshat Qamar" userId="c1ef5a9ce268edfb" providerId="LiveId" clId="{61A81C96-E1BA-437C-9AFB-8BCD03B7E231}" dt="2025-11-23T18:33:24.854" v="1678" actId="2696"/>
        <pc:sldMkLst>
          <pc:docMk/>
          <pc:sldMk cId="4101399790" sldId="326"/>
        </pc:sldMkLst>
      </pc:sldChg>
      <pc:sldChg chg="addSp delSp modSp new mod modAnim">
        <pc:chgData name="Dr.Neshat Qamar" userId="c1ef5a9ce268edfb" providerId="LiveId" clId="{61A81C96-E1BA-437C-9AFB-8BCD03B7E231}" dt="2025-11-23T18:46:24.665" v="2246"/>
        <pc:sldMkLst>
          <pc:docMk/>
          <pc:sldMk cId="3077275658" sldId="327"/>
        </pc:sldMkLst>
        <pc:spChg chg="mod">
          <ac:chgData name="Dr.Neshat Qamar" userId="c1ef5a9ce268edfb" providerId="LiveId" clId="{61A81C96-E1BA-437C-9AFB-8BCD03B7E231}" dt="2025-11-23T16:45:59.188" v="394" actId="2711"/>
          <ac:spMkLst>
            <pc:docMk/>
            <pc:sldMk cId="3077275658" sldId="327"/>
            <ac:spMk id="2" creationId="{4A9F5F79-1D8D-6F24-22AF-8ECCB88300B5}"/>
          </ac:spMkLst>
        </pc:spChg>
        <pc:spChg chg="del">
          <ac:chgData name="Dr.Neshat Qamar" userId="c1ef5a9ce268edfb" providerId="LiveId" clId="{61A81C96-E1BA-437C-9AFB-8BCD03B7E231}" dt="2025-11-23T16:44:08" v="311" actId="21"/>
          <ac:spMkLst>
            <pc:docMk/>
            <pc:sldMk cId="3077275658" sldId="327"/>
            <ac:spMk id="3" creationId="{4EA4B605-F8ED-826F-DCBD-BF752D663A41}"/>
          </ac:spMkLst>
        </pc:spChg>
        <pc:spChg chg="mod">
          <ac:chgData name="Dr.Neshat Qamar" userId="c1ef5a9ce268edfb" providerId="LiveId" clId="{61A81C96-E1BA-437C-9AFB-8BCD03B7E231}" dt="2025-11-23T16:44:00.460" v="310" actId="2711"/>
          <ac:spMkLst>
            <pc:docMk/>
            <pc:sldMk cId="3077275658" sldId="327"/>
            <ac:spMk id="4" creationId="{E82AFC26-B7C7-C6C7-DB7B-D851B34C7BB0}"/>
          </ac:spMkLst>
        </pc:spChg>
        <pc:picChg chg="add mod modCrop">
          <ac:chgData name="Dr.Neshat Qamar" userId="c1ef5a9ce268edfb" providerId="LiveId" clId="{61A81C96-E1BA-437C-9AFB-8BCD03B7E231}" dt="2025-11-23T16:45:19.931" v="320" actId="1076"/>
          <ac:picMkLst>
            <pc:docMk/>
            <pc:sldMk cId="3077275658" sldId="327"/>
            <ac:picMk id="6" creationId="{498308DB-9639-1F04-F238-4C26AF34243E}"/>
          </ac:picMkLst>
        </pc:picChg>
      </pc:sldChg>
      <pc:sldChg chg="addSp delSp modSp new add del mod modAnim">
        <pc:chgData name="Dr.Neshat Qamar" userId="c1ef5a9ce268edfb" providerId="LiveId" clId="{61A81C96-E1BA-437C-9AFB-8BCD03B7E231}" dt="2025-11-23T18:46:42.017" v="2249"/>
        <pc:sldMkLst>
          <pc:docMk/>
          <pc:sldMk cId="1340914105" sldId="328"/>
        </pc:sldMkLst>
        <pc:spChg chg="del">
          <ac:chgData name="Dr.Neshat Qamar" userId="c1ef5a9ce268edfb" providerId="LiveId" clId="{61A81C96-E1BA-437C-9AFB-8BCD03B7E231}" dt="2025-11-23T18:01:15.091" v="784" actId="931"/>
          <ac:spMkLst>
            <pc:docMk/>
            <pc:sldMk cId="1340914105" sldId="328"/>
            <ac:spMk id="2" creationId="{EC08003E-CED5-1700-2AEA-FFCB792A5DDD}"/>
          </ac:spMkLst>
        </pc:spChg>
        <pc:spChg chg="mod">
          <ac:chgData name="Dr.Neshat Qamar" userId="c1ef5a9ce268edfb" providerId="LiveId" clId="{61A81C96-E1BA-437C-9AFB-8BCD03B7E231}" dt="2025-11-23T18:02:47.727" v="812" actId="1076"/>
          <ac:spMkLst>
            <pc:docMk/>
            <pc:sldMk cId="1340914105" sldId="328"/>
            <ac:spMk id="3" creationId="{71A4FCAE-F35D-080C-D9A9-4C042CFBC9EE}"/>
          </ac:spMkLst>
        </pc:spChg>
        <pc:spChg chg="add del mod">
          <ac:chgData name="Dr.Neshat Qamar" userId="c1ef5a9ce268edfb" providerId="LiveId" clId="{61A81C96-E1BA-437C-9AFB-8BCD03B7E231}" dt="2025-11-23T18:03:33.365" v="816" actId="931"/>
          <ac:spMkLst>
            <pc:docMk/>
            <pc:sldMk cId="1340914105" sldId="328"/>
            <ac:spMk id="7" creationId="{FFC522B1-2F34-08AE-9177-96D032D34590}"/>
          </ac:spMkLst>
        </pc:spChg>
        <pc:spChg chg="add mod">
          <ac:chgData name="Dr.Neshat Qamar" userId="c1ef5a9ce268edfb" providerId="LiveId" clId="{61A81C96-E1BA-437C-9AFB-8BCD03B7E231}" dt="2025-11-23T18:06:07.807" v="978" actId="20577"/>
          <ac:spMkLst>
            <pc:docMk/>
            <pc:sldMk cId="1340914105" sldId="328"/>
            <ac:spMk id="12" creationId="{0CBF913D-38D6-3D7D-4981-824354452A4C}"/>
          </ac:spMkLst>
        </pc:spChg>
        <pc:picChg chg="add del mod">
          <ac:chgData name="Dr.Neshat Qamar" userId="c1ef5a9ce268edfb" providerId="LiveId" clId="{61A81C96-E1BA-437C-9AFB-8BCD03B7E231}" dt="2025-11-23T18:03:01.699" v="813" actId="21"/>
          <ac:picMkLst>
            <pc:docMk/>
            <pc:sldMk cId="1340914105" sldId="328"/>
            <ac:picMk id="5" creationId="{ACFD0B20-8C1B-A437-D25C-92A7738FD999}"/>
          </ac:picMkLst>
        </pc:picChg>
        <pc:picChg chg="add mod">
          <ac:chgData name="Dr.Neshat Qamar" userId="c1ef5a9ce268edfb" providerId="LiveId" clId="{61A81C96-E1BA-437C-9AFB-8BCD03B7E231}" dt="2025-11-23T18:03:17.552" v="815" actId="931"/>
          <ac:picMkLst>
            <pc:docMk/>
            <pc:sldMk cId="1340914105" sldId="328"/>
            <ac:picMk id="9" creationId="{A6098BE0-B741-44D3-9CE1-BC0831F9A214}"/>
          </ac:picMkLst>
        </pc:picChg>
        <pc:picChg chg="add mod modCrop">
          <ac:chgData name="Dr.Neshat Qamar" userId="c1ef5a9ce268edfb" providerId="LiveId" clId="{61A81C96-E1BA-437C-9AFB-8BCD03B7E231}" dt="2025-11-23T18:05:31.325" v="939" actId="1076"/>
          <ac:picMkLst>
            <pc:docMk/>
            <pc:sldMk cId="1340914105" sldId="328"/>
            <ac:picMk id="11" creationId="{E1F14672-1408-F53B-405A-FDFD7CEFB3FD}"/>
          </ac:picMkLst>
        </pc:picChg>
      </pc:sldChg>
      <pc:sldChg chg="addSp delSp modSp new mod modAnim">
        <pc:chgData name="Dr.Neshat Qamar" userId="c1ef5a9ce268edfb" providerId="LiveId" clId="{61A81C96-E1BA-437C-9AFB-8BCD03B7E231}" dt="2025-11-23T18:46:46.743" v="2250"/>
        <pc:sldMkLst>
          <pc:docMk/>
          <pc:sldMk cId="718719174" sldId="329"/>
        </pc:sldMkLst>
        <pc:spChg chg="del">
          <ac:chgData name="Dr.Neshat Qamar" userId="c1ef5a9ce268edfb" providerId="LiveId" clId="{61A81C96-E1BA-437C-9AFB-8BCD03B7E231}" dt="2025-11-23T18:06:45.806" v="989" actId="931"/>
          <ac:spMkLst>
            <pc:docMk/>
            <pc:sldMk cId="718719174" sldId="329"/>
            <ac:spMk id="2" creationId="{BF8C8ED3-2343-FBA6-3D89-7C842D248599}"/>
          </ac:spMkLst>
        </pc:spChg>
        <pc:spChg chg="mod">
          <ac:chgData name="Dr.Neshat Qamar" userId="c1ef5a9ce268edfb" providerId="LiveId" clId="{61A81C96-E1BA-437C-9AFB-8BCD03B7E231}" dt="2025-11-23T18:06:31.391" v="988" actId="14100"/>
          <ac:spMkLst>
            <pc:docMk/>
            <pc:sldMk cId="718719174" sldId="329"/>
            <ac:spMk id="3" creationId="{AB7131BA-1FB4-11E4-4485-41F8A375099B}"/>
          </ac:spMkLst>
        </pc:spChg>
        <pc:picChg chg="add mod modCrop">
          <ac:chgData name="Dr.Neshat Qamar" userId="c1ef5a9ce268edfb" providerId="LiveId" clId="{61A81C96-E1BA-437C-9AFB-8BCD03B7E231}" dt="2025-11-23T18:07:18.068" v="998" actId="1076"/>
          <ac:picMkLst>
            <pc:docMk/>
            <pc:sldMk cId="718719174" sldId="329"/>
            <ac:picMk id="5" creationId="{BD61CDBB-39D8-D428-16F2-68AA9DC326A7}"/>
          </ac:picMkLst>
        </pc:picChg>
      </pc:sldChg>
      <pc:sldChg chg="addSp delSp modSp new mod modAnim">
        <pc:chgData name="Dr.Neshat Qamar" userId="c1ef5a9ce268edfb" providerId="LiveId" clId="{61A81C96-E1BA-437C-9AFB-8BCD03B7E231}" dt="2025-11-23T18:46:51.184" v="2251"/>
        <pc:sldMkLst>
          <pc:docMk/>
          <pc:sldMk cId="1937684942" sldId="330"/>
        </pc:sldMkLst>
        <pc:spChg chg="del">
          <ac:chgData name="Dr.Neshat Qamar" userId="c1ef5a9ce268edfb" providerId="LiveId" clId="{61A81C96-E1BA-437C-9AFB-8BCD03B7E231}" dt="2025-11-23T18:08:53.410" v="1005" actId="931"/>
          <ac:spMkLst>
            <pc:docMk/>
            <pc:sldMk cId="1937684942" sldId="330"/>
            <ac:spMk id="2" creationId="{BF88BEE0-15AD-36A7-13F9-38A60FFA9E6C}"/>
          </ac:spMkLst>
        </pc:spChg>
        <pc:spChg chg="mod">
          <ac:chgData name="Dr.Neshat Qamar" userId="c1ef5a9ce268edfb" providerId="LiveId" clId="{61A81C96-E1BA-437C-9AFB-8BCD03B7E231}" dt="2025-11-23T18:08:32.334" v="1004" actId="1076"/>
          <ac:spMkLst>
            <pc:docMk/>
            <pc:sldMk cId="1937684942" sldId="330"/>
            <ac:spMk id="3" creationId="{14036BCD-123C-B7D4-5053-900D5541EABE}"/>
          </ac:spMkLst>
        </pc:spChg>
        <pc:spChg chg="add mod">
          <ac:chgData name="Dr.Neshat Qamar" userId="c1ef5a9ce268edfb" providerId="LiveId" clId="{61A81C96-E1BA-437C-9AFB-8BCD03B7E231}" dt="2025-11-23T18:20:24.879" v="1287" actId="20577"/>
          <ac:spMkLst>
            <pc:docMk/>
            <pc:sldMk cId="1937684942" sldId="330"/>
            <ac:spMk id="12" creationId="{986EECF5-9A03-B608-D096-01628DD38B1C}"/>
          </ac:spMkLst>
        </pc:spChg>
        <pc:picChg chg="add mod modCrop">
          <ac:chgData name="Dr.Neshat Qamar" userId="c1ef5a9ce268edfb" providerId="LiveId" clId="{61A81C96-E1BA-437C-9AFB-8BCD03B7E231}" dt="2025-11-23T18:11:20.681" v="1020" actId="1076"/>
          <ac:picMkLst>
            <pc:docMk/>
            <pc:sldMk cId="1937684942" sldId="330"/>
            <ac:picMk id="5" creationId="{820CF0F1-6255-D7FF-CB43-1579A40AB06E}"/>
          </ac:picMkLst>
        </pc:picChg>
        <pc:picChg chg="add mod">
          <ac:chgData name="Dr.Neshat Qamar" userId="c1ef5a9ce268edfb" providerId="LiveId" clId="{61A81C96-E1BA-437C-9AFB-8BCD03B7E231}" dt="2025-11-23T18:09:37.449" v="1008" actId="931"/>
          <ac:picMkLst>
            <pc:docMk/>
            <pc:sldMk cId="1937684942" sldId="330"/>
            <ac:picMk id="7" creationId="{BAE3C699-55FB-A93F-0807-B2C8147AB798}"/>
          </ac:picMkLst>
        </pc:picChg>
        <pc:picChg chg="add mod modCrop">
          <ac:chgData name="Dr.Neshat Qamar" userId="c1ef5a9ce268edfb" providerId="LiveId" clId="{61A81C96-E1BA-437C-9AFB-8BCD03B7E231}" dt="2025-11-23T18:10:30.143" v="1011" actId="732"/>
          <ac:picMkLst>
            <pc:docMk/>
            <pc:sldMk cId="1937684942" sldId="330"/>
            <ac:picMk id="9" creationId="{F9100BE4-63C9-1D8F-A7D3-E901D266DE1E}"/>
          </ac:picMkLst>
        </pc:picChg>
        <pc:picChg chg="add del mod modCrop">
          <ac:chgData name="Dr.Neshat Qamar" userId="c1ef5a9ce268edfb" providerId="LiveId" clId="{61A81C96-E1BA-437C-9AFB-8BCD03B7E231}" dt="2025-11-23T18:17:21.470" v="1234" actId="21"/>
          <ac:picMkLst>
            <pc:docMk/>
            <pc:sldMk cId="1937684942" sldId="330"/>
            <ac:picMk id="11" creationId="{A16E12AE-E71E-1DCB-DC87-186A655890CD}"/>
          </ac:picMkLst>
        </pc:picChg>
      </pc:sldChg>
      <pc:sldChg chg="addSp modSp new mod modAnim">
        <pc:chgData name="Dr.Neshat Qamar" userId="c1ef5a9ce268edfb" providerId="LiveId" clId="{61A81C96-E1BA-437C-9AFB-8BCD03B7E231}" dt="2025-11-23T18:46:57.179" v="2252"/>
        <pc:sldMkLst>
          <pc:docMk/>
          <pc:sldMk cId="3515562821" sldId="331"/>
        </pc:sldMkLst>
        <pc:spChg chg="mod">
          <ac:chgData name="Dr.Neshat Qamar" userId="c1ef5a9ce268edfb" providerId="LiveId" clId="{61A81C96-E1BA-437C-9AFB-8BCD03B7E231}" dt="2025-11-23T18:17:12.305" v="1233" actId="14100"/>
          <ac:spMkLst>
            <pc:docMk/>
            <pc:sldMk cId="3515562821" sldId="331"/>
            <ac:spMk id="2" creationId="{1CF6EEE9-328D-9210-7AD0-E8B81E0E515B}"/>
          </ac:spMkLst>
        </pc:spChg>
        <pc:spChg chg="mod">
          <ac:chgData name="Dr.Neshat Qamar" userId="c1ef5a9ce268edfb" providerId="LiveId" clId="{61A81C96-E1BA-437C-9AFB-8BCD03B7E231}" dt="2025-11-23T18:15:34.917" v="1130" actId="14100"/>
          <ac:spMkLst>
            <pc:docMk/>
            <pc:sldMk cId="3515562821" sldId="331"/>
            <ac:spMk id="3" creationId="{33829929-16A7-8264-989F-CA90277E09A3}"/>
          </ac:spMkLst>
        </pc:spChg>
        <pc:picChg chg="add mod">
          <ac:chgData name="Dr.Neshat Qamar" userId="c1ef5a9ce268edfb" providerId="LiveId" clId="{61A81C96-E1BA-437C-9AFB-8BCD03B7E231}" dt="2025-11-23T18:17:34.059" v="1238" actId="1076"/>
          <ac:picMkLst>
            <pc:docMk/>
            <pc:sldMk cId="3515562821" sldId="331"/>
            <ac:picMk id="4" creationId="{63FD510C-93C1-FE68-3455-3A92191B0426}"/>
          </ac:picMkLst>
        </pc:picChg>
      </pc:sldChg>
      <pc:sldChg chg="addSp delSp modSp new mod modAnim">
        <pc:chgData name="Dr.Neshat Qamar" userId="c1ef5a9ce268edfb" providerId="LiveId" clId="{61A81C96-E1BA-437C-9AFB-8BCD03B7E231}" dt="2025-11-23T18:47:19.836" v="2255"/>
        <pc:sldMkLst>
          <pc:docMk/>
          <pc:sldMk cId="2798122777" sldId="332"/>
        </pc:sldMkLst>
        <pc:spChg chg="mod">
          <ac:chgData name="Dr.Neshat Qamar" userId="c1ef5a9ce268edfb" providerId="LiveId" clId="{61A81C96-E1BA-437C-9AFB-8BCD03B7E231}" dt="2025-11-23T18:29:58.709" v="1644" actId="20577"/>
          <ac:spMkLst>
            <pc:docMk/>
            <pc:sldMk cId="2798122777" sldId="332"/>
            <ac:spMk id="2" creationId="{F1B0CBE2-8187-784F-27D2-CF6D99417935}"/>
          </ac:spMkLst>
        </pc:spChg>
        <pc:spChg chg="mod">
          <ac:chgData name="Dr.Neshat Qamar" userId="c1ef5a9ce268edfb" providerId="LiveId" clId="{61A81C96-E1BA-437C-9AFB-8BCD03B7E231}" dt="2025-11-23T18:24:01.325" v="1409" actId="14100"/>
          <ac:spMkLst>
            <pc:docMk/>
            <pc:sldMk cId="2798122777" sldId="332"/>
            <ac:spMk id="3" creationId="{1AB76523-AD1E-CCEE-7E8F-34EEEAB150D4}"/>
          </ac:spMkLst>
        </pc:spChg>
        <pc:picChg chg="add mod">
          <ac:chgData name="Dr.Neshat Qamar" userId="c1ef5a9ce268edfb" providerId="LiveId" clId="{61A81C96-E1BA-437C-9AFB-8BCD03B7E231}" dt="2025-11-23T18:23:33.797" v="1406" actId="931"/>
          <ac:picMkLst>
            <pc:docMk/>
            <pc:sldMk cId="2798122777" sldId="332"/>
            <ac:picMk id="5" creationId="{316BC6EF-D784-EDD1-5A94-CADDEF47BF54}"/>
          </ac:picMkLst>
        </pc:picChg>
        <pc:picChg chg="add mod">
          <ac:chgData name="Dr.Neshat Qamar" userId="c1ef5a9ce268edfb" providerId="LiveId" clId="{61A81C96-E1BA-437C-9AFB-8BCD03B7E231}" dt="2025-11-23T18:23:51.372" v="1407" actId="931"/>
          <ac:picMkLst>
            <pc:docMk/>
            <pc:sldMk cId="2798122777" sldId="332"/>
            <ac:picMk id="7" creationId="{0446B7E6-B3A9-B963-1920-4EC812D2E4E4}"/>
          </ac:picMkLst>
        </pc:picChg>
        <pc:picChg chg="add del mod modCrop">
          <ac:chgData name="Dr.Neshat Qamar" userId="c1ef5a9ce268edfb" providerId="LiveId" clId="{61A81C96-E1BA-437C-9AFB-8BCD03B7E231}" dt="2025-11-23T18:25:34.964" v="1417" actId="21"/>
          <ac:picMkLst>
            <pc:docMk/>
            <pc:sldMk cId="2798122777" sldId="332"/>
            <ac:picMk id="9" creationId="{783E2D6D-F8F1-0A97-9C91-28D202EB4215}"/>
          </ac:picMkLst>
        </pc:picChg>
        <pc:picChg chg="add mod">
          <ac:chgData name="Dr.Neshat Qamar" userId="c1ef5a9ce268edfb" providerId="LiveId" clId="{61A81C96-E1BA-437C-9AFB-8BCD03B7E231}" dt="2025-11-23T18:28:18.637" v="1620" actId="931"/>
          <ac:picMkLst>
            <pc:docMk/>
            <pc:sldMk cId="2798122777" sldId="332"/>
            <ac:picMk id="11" creationId="{AFEB90A7-8699-E8DD-FAE5-9C4FD4A7310B}"/>
          </ac:picMkLst>
        </pc:picChg>
        <pc:picChg chg="add mod modCrop">
          <ac:chgData name="Dr.Neshat Qamar" userId="c1ef5a9ce268edfb" providerId="LiveId" clId="{61A81C96-E1BA-437C-9AFB-8BCD03B7E231}" dt="2025-11-23T18:29:32.182" v="1635" actId="14100"/>
          <ac:picMkLst>
            <pc:docMk/>
            <pc:sldMk cId="2798122777" sldId="332"/>
            <ac:picMk id="13" creationId="{8CE383D0-AF33-322F-A05E-18F6B2731FA2}"/>
          </ac:picMkLst>
        </pc:picChg>
      </pc:sldChg>
      <pc:sldChg chg="modSp new del mod">
        <pc:chgData name="Dr.Neshat Qamar" userId="c1ef5a9ce268edfb" providerId="LiveId" clId="{61A81C96-E1BA-437C-9AFB-8BCD03B7E231}" dt="2025-11-23T18:20:28.692" v="1288" actId="2696"/>
        <pc:sldMkLst>
          <pc:docMk/>
          <pc:sldMk cId="3841828097" sldId="332"/>
        </pc:sldMkLst>
        <pc:spChg chg="mod">
          <ac:chgData name="Dr.Neshat Qamar" userId="c1ef5a9ce268edfb" providerId="LiveId" clId="{61A81C96-E1BA-437C-9AFB-8BCD03B7E231}" dt="2025-11-23T18:19:17.213" v="1253" actId="20577"/>
          <ac:spMkLst>
            <pc:docMk/>
            <pc:sldMk cId="3841828097" sldId="332"/>
            <ac:spMk id="2" creationId="{5A95FE19-A2B4-A5EE-FCBD-06BDD8B5450D}"/>
          </ac:spMkLst>
        </pc:spChg>
        <pc:spChg chg="mod">
          <ac:chgData name="Dr.Neshat Qamar" userId="c1ef5a9ce268edfb" providerId="LiveId" clId="{61A81C96-E1BA-437C-9AFB-8BCD03B7E231}" dt="2025-11-23T18:18:44.377" v="1248" actId="115"/>
          <ac:spMkLst>
            <pc:docMk/>
            <pc:sldMk cId="3841828097" sldId="332"/>
            <ac:spMk id="3" creationId="{D27E908C-CD20-658D-EDA4-455075E4F060}"/>
          </ac:spMkLst>
        </pc:spChg>
      </pc:sldChg>
      <pc:sldChg chg="addSp delSp modSp new mod modAnim">
        <pc:chgData name="Dr.Neshat Qamar" userId="c1ef5a9ce268edfb" providerId="LiveId" clId="{61A81C96-E1BA-437C-9AFB-8BCD03B7E231}" dt="2025-11-23T18:47:05.017" v="2253"/>
        <pc:sldMkLst>
          <pc:docMk/>
          <pc:sldMk cId="679978301" sldId="333"/>
        </pc:sldMkLst>
        <pc:spChg chg="del">
          <ac:chgData name="Dr.Neshat Qamar" userId="c1ef5a9ce268edfb" providerId="LiveId" clId="{61A81C96-E1BA-437C-9AFB-8BCD03B7E231}" dt="2025-11-23T18:26:14.534" v="1448"/>
          <ac:spMkLst>
            <pc:docMk/>
            <pc:sldMk cId="679978301" sldId="333"/>
            <ac:spMk id="2" creationId="{AA68A777-AD43-F11F-766F-47E704BC7719}"/>
          </ac:spMkLst>
        </pc:spChg>
        <pc:spChg chg="mod">
          <ac:chgData name="Dr.Neshat Qamar" userId="c1ef5a9ce268edfb" providerId="LiveId" clId="{61A81C96-E1BA-437C-9AFB-8BCD03B7E231}" dt="2025-11-23T18:26:12.484" v="1447" actId="14100"/>
          <ac:spMkLst>
            <pc:docMk/>
            <pc:sldMk cId="679978301" sldId="333"/>
            <ac:spMk id="3" creationId="{EB844037-24E0-7859-E14B-295F55F4AA08}"/>
          </ac:spMkLst>
        </pc:spChg>
        <pc:spChg chg="add mod">
          <ac:chgData name="Dr.Neshat Qamar" userId="c1ef5a9ce268edfb" providerId="LiveId" clId="{61A81C96-E1BA-437C-9AFB-8BCD03B7E231}" dt="2025-11-23T18:27:56.335" v="1619" actId="12"/>
          <ac:spMkLst>
            <pc:docMk/>
            <pc:sldMk cId="679978301" sldId="333"/>
            <ac:spMk id="4" creationId="{BCFE51FE-A9F7-354F-9377-346DBB16C36C}"/>
          </ac:spMkLst>
        </pc:spChg>
        <pc:picChg chg="add mod">
          <ac:chgData name="Dr.Neshat Qamar" userId="c1ef5a9ce268edfb" providerId="LiveId" clId="{61A81C96-E1BA-437C-9AFB-8BCD03B7E231}" dt="2025-11-23T18:26:17.104" v="1449" actId="1076"/>
          <ac:picMkLst>
            <pc:docMk/>
            <pc:sldMk cId="679978301" sldId="333"/>
            <ac:picMk id="9" creationId="{783E2D6D-F8F1-0A97-9C91-28D202EB4215}"/>
          </ac:picMkLst>
        </pc:picChg>
      </pc:sldChg>
      <pc:sldChg chg="modSp new mod modAnim">
        <pc:chgData name="Dr.Neshat Qamar" userId="c1ef5a9ce268edfb" providerId="LiveId" clId="{61A81C96-E1BA-437C-9AFB-8BCD03B7E231}" dt="2025-11-23T18:47:26.357" v="2256"/>
        <pc:sldMkLst>
          <pc:docMk/>
          <pc:sldMk cId="2103236673" sldId="334"/>
        </pc:sldMkLst>
        <pc:spChg chg="mod">
          <ac:chgData name="Dr.Neshat Qamar" userId="c1ef5a9ce268edfb" providerId="LiveId" clId="{61A81C96-E1BA-437C-9AFB-8BCD03B7E231}" dt="2025-11-23T18:32:29.522" v="1673" actId="14100"/>
          <ac:spMkLst>
            <pc:docMk/>
            <pc:sldMk cId="2103236673" sldId="334"/>
            <ac:spMk id="2" creationId="{1D8953B7-86C4-37CA-7C39-D76E1280E56B}"/>
          </ac:spMkLst>
        </pc:spChg>
        <pc:spChg chg="mod">
          <ac:chgData name="Dr.Neshat Qamar" userId="c1ef5a9ce268edfb" providerId="LiveId" clId="{61A81C96-E1BA-437C-9AFB-8BCD03B7E231}" dt="2025-11-23T18:31:25.899" v="1650" actId="2711"/>
          <ac:spMkLst>
            <pc:docMk/>
            <pc:sldMk cId="2103236673" sldId="334"/>
            <ac:spMk id="3" creationId="{C49BA8C6-BA32-D28F-CA49-E392FB12301A}"/>
          </ac:spMkLst>
        </pc:spChg>
      </pc:sldChg>
      <pc:sldChg chg="addSp delSp modSp new mod modAnim">
        <pc:chgData name="Dr.Neshat Qamar" userId="c1ef5a9ce268edfb" providerId="LiveId" clId="{61A81C96-E1BA-437C-9AFB-8BCD03B7E231}" dt="2025-11-23T18:47:54.035" v="2262"/>
        <pc:sldMkLst>
          <pc:docMk/>
          <pc:sldMk cId="3776609315" sldId="335"/>
        </pc:sldMkLst>
        <pc:spChg chg="del">
          <ac:chgData name="Dr.Neshat Qamar" userId="c1ef5a9ce268edfb" providerId="LiveId" clId="{61A81C96-E1BA-437C-9AFB-8BCD03B7E231}" dt="2025-11-23T18:39:19.174" v="2086" actId="478"/>
          <ac:spMkLst>
            <pc:docMk/>
            <pc:sldMk cId="3776609315" sldId="335"/>
            <ac:spMk id="2" creationId="{D13E2809-F4F1-2569-3E0F-3A98D9B11B35}"/>
          </ac:spMkLst>
        </pc:spChg>
        <pc:spChg chg="del">
          <ac:chgData name="Dr.Neshat Qamar" userId="c1ef5a9ce268edfb" providerId="LiveId" clId="{61A81C96-E1BA-437C-9AFB-8BCD03B7E231}" dt="2025-11-23T18:39:28.820" v="2088" actId="478"/>
          <ac:spMkLst>
            <pc:docMk/>
            <pc:sldMk cId="3776609315" sldId="335"/>
            <ac:spMk id="3" creationId="{C795A701-C36E-A091-C0A2-BCEE85B0B0B5}"/>
          </ac:spMkLst>
        </pc:spChg>
        <pc:spChg chg="del">
          <ac:chgData name="Dr.Neshat Qamar" userId="c1ef5a9ce268edfb" providerId="LiveId" clId="{61A81C96-E1BA-437C-9AFB-8BCD03B7E231}" dt="2025-11-23T18:39:26.757" v="2087" actId="478"/>
          <ac:spMkLst>
            <pc:docMk/>
            <pc:sldMk cId="3776609315" sldId="335"/>
            <ac:spMk id="4" creationId="{73488F20-FDF7-A4FE-7BB5-61D4A22F6505}"/>
          </ac:spMkLst>
        </pc:spChg>
        <pc:spChg chg="mod">
          <ac:chgData name="Dr.Neshat Qamar" userId="c1ef5a9ce268edfb" providerId="LiveId" clId="{61A81C96-E1BA-437C-9AFB-8BCD03B7E231}" dt="2025-11-23T18:44:31.607" v="2229" actId="115"/>
          <ac:spMkLst>
            <pc:docMk/>
            <pc:sldMk cId="3776609315" sldId="335"/>
            <ac:spMk id="5" creationId="{F5A25856-11C1-4AF9-0D49-6B501C68329E}"/>
          </ac:spMkLst>
        </pc:spChg>
        <pc:spChg chg="del">
          <ac:chgData name="Dr.Neshat Qamar" userId="c1ef5a9ce268edfb" providerId="LiveId" clId="{61A81C96-E1BA-437C-9AFB-8BCD03B7E231}" dt="2025-11-23T18:39:39.582" v="2090" actId="478"/>
          <ac:spMkLst>
            <pc:docMk/>
            <pc:sldMk cId="3776609315" sldId="335"/>
            <ac:spMk id="6" creationId="{D9C2D7B8-B2B9-5F44-991F-2D0B0575684B}"/>
          </ac:spMkLst>
        </pc:spChg>
        <pc:spChg chg="del">
          <ac:chgData name="Dr.Neshat Qamar" userId="c1ef5a9ce268edfb" providerId="LiveId" clId="{61A81C96-E1BA-437C-9AFB-8BCD03B7E231}" dt="2025-11-23T18:39:37.266" v="2089" actId="478"/>
          <ac:spMkLst>
            <pc:docMk/>
            <pc:sldMk cId="3776609315" sldId="335"/>
            <ac:spMk id="7" creationId="{2DD87C05-7365-3A96-9357-CA992370EB6E}"/>
          </ac:spMkLst>
        </pc:spChg>
        <pc:spChg chg="del">
          <ac:chgData name="Dr.Neshat Qamar" userId="c1ef5a9ce268edfb" providerId="LiveId" clId="{61A81C96-E1BA-437C-9AFB-8BCD03B7E231}" dt="2025-11-23T18:40:12.654" v="2098" actId="478"/>
          <ac:spMkLst>
            <pc:docMk/>
            <pc:sldMk cId="3776609315" sldId="335"/>
            <ac:spMk id="8" creationId="{77A5AAFA-31A6-A4A9-CE55-96D434ABCDAD}"/>
          </ac:spMkLst>
        </pc:spChg>
        <pc:spChg chg="add mod">
          <ac:chgData name="Dr.Neshat Qamar" userId="c1ef5a9ce268edfb" providerId="LiveId" clId="{61A81C96-E1BA-437C-9AFB-8BCD03B7E231}" dt="2025-11-23T18:41:49.132" v="2214" actId="122"/>
          <ac:spMkLst>
            <pc:docMk/>
            <pc:sldMk cId="3776609315" sldId="335"/>
            <ac:spMk id="9" creationId="{2890790F-9D70-23D5-4453-ADF054E1A0F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11/23/2025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44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11/23/2025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bhishek14398/salary-dataset-simple-linear-regression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9832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198" y="2797582"/>
            <a:ext cx="4492359" cy="116853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Employee Salary Based on Years of Experience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5150" y="2009579"/>
            <a:ext cx="3924934" cy="490538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848E3-8A3D-4514-7716-2D2F71F8B37B}"/>
              </a:ext>
            </a:extLst>
          </p:cNvPr>
          <p:cNvSpPr txBox="1"/>
          <p:nvPr/>
        </p:nvSpPr>
        <p:spPr>
          <a:xfrm>
            <a:off x="4664577" y="4360815"/>
            <a:ext cx="3007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Machine Learning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6A811-35BB-0D5A-2141-A2F8E1CCE491}"/>
              </a:ext>
            </a:extLst>
          </p:cNvPr>
          <p:cNvSpPr txBox="1"/>
          <p:nvPr/>
        </p:nvSpPr>
        <p:spPr>
          <a:xfrm>
            <a:off x="9960214" y="5292797"/>
            <a:ext cx="18974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pPr algn="ctr"/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 Azim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05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IIM Rohtak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B13FA4-05AF-F1E7-2DA3-C7AFA8F28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160" y="3206238"/>
            <a:ext cx="1383596" cy="184479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747342" cy="83099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2044700"/>
            <a:ext cx="5779729" cy="4008087"/>
          </a:xfrm>
        </p:spPr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Understanding the relationship between employee experience and salary</a:t>
            </a:r>
          </a:p>
          <a:p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Constructing a linear regression model to estimate salaries.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Analyzing how each additional year of experience affects salary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Checking the model’s effectiveness and accuracy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F49C85-9ACB-B4D5-55FC-1C96E385F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56" y="1220711"/>
            <a:ext cx="4747342" cy="33902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356942" cy="83099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848055"/>
            <a:ext cx="7510207" cy="35607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Kaggle.com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Salary Dataset for Simple Linear Regression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https://www.kaggle.com/datasets/abhishek14398/salary-dataset-simple-linear-regression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Total Records: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30 employees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Variables: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 (Years of Experience, Salary)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Independent Variable (X):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Years of Experience (in years)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Dependent Variable (Y):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Salary (in $)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9F5F79-1D8D-6F24-22AF-8ECCB88300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Targeted dataset for our Linear Regression test</a:t>
            </a: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2AFC26-B7C7-C6C7-DB7B-D851B34C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308DB-9639-1F04-F238-4C26AF342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53" r="85734" b="11742"/>
          <a:stretch>
            <a:fillRect/>
          </a:stretch>
        </p:blipFill>
        <p:spPr>
          <a:xfrm>
            <a:off x="6489290" y="968521"/>
            <a:ext cx="3579200" cy="54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1142"/>
            <a:ext cx="10515600" cy="700115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Loading</a:t>
            </a: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8FCCE-FDC0-F953-F5DD-93B37FA28A24}"/>
              </a:ext>
            </a:extLst>
          </p:cNvPr>
          <p:cNvSpPr txBox="1"/>
          <p:nvPr/>
        </p:nvSpPr>
        <p:spPr>
          <a:xfrm>
            <a:off x="757084" y="1561257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Imported required libraries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</a:t>
            </a: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pandas: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Supports reading or writing data from various CSV, Excel etc. files.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</a:t>
            </a: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matplotlib: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Used for data visualization and graph plotting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</a:t>
            </a:r>
            <a:r>
              <a:rPr lang="en-IN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sklearn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Used for machine learning including regression, classification and clustering.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Loaded dataset from Excel file using </a:t>
            </a:r>
            <a:r>
              <a:rPr lang="en-IN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pd.read_excel</a:t>
            </a: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b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IN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94E9B-85C1-83ED-E9B8-A6A77CD2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84" t="24516" r="15080" b="57133"/>
          <a:stretch>
            <a:fillRect/>
          </a:stretch>
        </p:blipFill>
        <p:spPr>
          <a:xfrm>
            <a:off x="619433" y="4022207"/>
            <a:ext cx="11091940" cy="16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A4FCAE-F35D-080C-D9A9-4C042CFB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15336"/>
            <a:ext cx="11491452" cy="700115"/>
          </a:xfrm>
        </p:spPr>
        <p:txBody>
          <a:bodyPr/>
          <a:lstStyle/>
          <a:p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Excel Data into </a:t>
            </a:r>
            <a:r>
              <a:rPr lang="en-US" sz="4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endParaRPr lang="en-IN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1F14672-1408-F53B-405A-FDFD7CEFB3F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14650" t="41464" r="44489" b="38225"/>
          <a:stretch>
            <a:fillRect/>
          </a:stretch>
        </p:blipFill>
        <p:spPr>
          <a:xfrm>
            <a:off x="1199535" y="2964427"/>
            <a:ext cx="9476908" cy="2649793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BF913D-38D6-3D7D-4981-824354452A4C}"/>
              </a:ext>
            </a:extLst>
          </p:cNvPr>
          <p:cNvSpPr txBox="1"/>
          <p:nvPr/>
        </p:nvSpPr>
        <p:spPr>
          <a:xfrm>
            <a:off x="1396181" y="1907458"/>
            <a:ext cx="9409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Through this code, we include the dataset into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jupyter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notebook along with file path and project path for further processes, coding and calculations.</a:t>
            </a: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91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1CDBB-39D8-D428-16F2-68AA9DC326A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10081" t="19002" r="46908" b="12181"/>
          <a:stretch>
            <a:fillRect/>
          </a:stretch>
        </p:blipFill>
        <p:spPr>
          <a:xfrm>
            <a:off x="973391" y="1498435"/>
            <a:ext cx="7836311" cy="457708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7131BA-1FB4-11E4-4485-41F8A375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2337619" cy="7808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7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0CF0F1-6255-D7FF-CB43-1579A40AB06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11693" t="20675" r="63441" b="5967"/>
          <a:stretch>
            <a:fillRect/>
          </a:stretch>
        </p:blipFill>
        <p:spPr>
          <a:xfrm>
            <a:off x="7177550" y="903748"/>
            <a:ext cx="3110614" cy="516193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4036BCD-123C-B7D4-5053-900D5541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792316"/>
            <a:ext cx="7253748" cy="700115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Process</a:t>
            </a: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EECF5-9A03-B608-D096-01628DD38B1C}"/>
              </a:ext>
            </a:extLst>
          </p:cNvPr>
          <p:cNvSpPr txBox="1"/>
          <p:nvPr/>
        </p:nvSpPr>
        <p:spPr>
          <a:xfrm>
            <a:off x="1101213" y="1897626"/>
            <a:ext cx="56928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Imported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LinearRegression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from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sklearn.linear_model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Created the model: model =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LinearRegression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Fitted the model: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model.fit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(x,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 learns the relationship between x and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Generated regression coefficients (intercept and slope, where b0 is the intercept and b1 is the slope)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68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F6EEE9-328D-9210-7AD0-E8B81E0E51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5808406" cy="3574827"/>
          </a:xfrm>
        </p:spPr>
        <p:txBody>
          <a:bodyPr/>
          <a:lstStyle/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Regression Equation: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 Salary = b₀ + b₁ ×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YearsExperience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(based on y = mx + c)</a:t>
            </a: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b₀ (Intercept):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 approximately 24,848 i.e. Base salary with 0 years experience</a:t>
            </a: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b₁ (Slope):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 approximately 9,449.96 i.e. Salary increase per year of experience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 every additional year of experience, salary increases approximately by $9,450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829929-16A7-8264-989F-CA90277E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3006214" cy="485877"/>
          </a:xfrm>
        </p:spPr>
        <p:txBody>
          <a:bodyPr/>
          <a:lstStyle/>
          <a:p>
            <a:r>
              <a:rPr lang="en-US" dirty="0"/>
              <a:t>Continued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D510C-93C1-FE68-3455-3A92191B0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693" y="1697472"/>
            <a:ext cx="2407103" cy="339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6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844037-24E0-7859-E14B-295F55F4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5139813" cy="700115"/>
          </a:xfrm>
        </p:spPr>
        <p:txBody>
          <a:bodyPr/>
          <a:lstStyle/>
          <a:p>
            <a:r>
              <a:rPr lang="en-US" sz="3200" dirty="0"/>
              <a:t>Usage of </a:t>
            </a:r>
            <a:r>
              <a:rPr lang="en-US" sz="3200" dirty="0" err="1"/>
              <a:t>matplotlib.pyplot</a:t>
            </a:r>
            <a:endParaRPr lang="en-IN" sz="3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3E2D6D-F8F1-0A97-9C91-28D202EB421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15322" t="37132" r="55726" b="45663"/>
          <a:stretch>
            <a:fillRect/>
          </a:stretch>
        </p:blipFill>
        <p:spPr>
          <a:xfrm>
            <a:off x="6181997" y="2435651"/>
            <a:ext cx="5294742" cy="1769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FE51FE-A9F7-354F-9377-346DBB16C36C}"/>
              </a:ext>
            </a:extLst>
          </p:cNvPr>
          <p:cNvSpPr txBox="1"/>
          <p:nvPr/>
        </p:nvSpPr>
        <p:spPr>
          <a:xfrm>
            <a:off x="1022554" y="1838631"/>
            <a:ext cx="3470787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Used functions like scatter, plot,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xlabel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ylabel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title, grid, functions to accurately display the graph of Linear Regression</a:t>
            </a: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97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B0CBE2-8187-784F-27D2-CF6D994179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039392"/>
            <a:ext cx="4431890" cy="4017279"/>
          </a:xfrm>
        </p:spPr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Blue Scatter Points: Actual employee salaries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Green Line: Linear regression line showing the positive trend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Observation: Strong positive correlation between experience and salary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experience increases from 1-10 years, salary increases from $40K to $122K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regression line captures this upward trend accurately</a:t>
            </a:r>
            <a:b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B76523-AD1E-CCEE-7E8F-34EEEAB1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213258" cy="700115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of the Regression Plot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E383D0-AF33-322F-A05E-18F6B2731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64" t="34409" r="43226" b="10681"/>
          <a:stretch>
            <a:fillRect/>
          </a:stretch>
        </p:blipFill>
        <p:spPr>
          <a:xfrm>
            <a:off x="5997677" y="1651819"/>
            <a:ext cx="5392395" cy="414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2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8953B7-86C4-37CA-7C39-D76E1280E56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167612"/>
            <a:ext cx="9013723" cy="25227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Strong positive linear relationship: More experience leads to higher salary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Each year adds approximately $9,450 to expected salary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 is effective for salary prediction within the given experience range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Linear regression successfully captures the relationship pattern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9BA8C6-BA32-D28F-CA49-E392FB12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8207477" cy="700115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Conclusions</a:t>
            </a:r>
          </a:p>
        </p:txBody>
      </p:sp>
    </p:spTree>
    <p:extLst>
      <p:ext uri="{BB962C8B-B14F-4D97-AF65-F5344CB8AC3E}">
        <p14:creationId xmlns:p14="http://schemas.microsoft.com/office/powerpoint/2010/main" val="210323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F211-ED25-4BED-862A-17F84B32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F3A0DAD0-3E39-4BBF-88E4-5C3C306DC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 descr="Target Audience">
            <a:extLst>
              <a:ext uri="{FF2B5EF4-FFF2-40B4-BE49-F238E27FC236}">
                <a16:creationId xmlns:a16="http://schemas.microsoft.com/office/drawing/2014/main" id="{C4663C19-45BD-46CB-AA38-6CE7C4522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513" y="2204476"/>
            <a:ext cx="548640" cy="54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302878-D117-49D8-8CD3-093E34DF215B}"/>
              </a:ext>
            </a:extLst>
          </p:cNvPr>
          <p:cNvSpPr txBox="1"/>
          <p:nvPr/>
        </p:nvSpPr>
        <p:spPr>
          <a:xfrm>
            <a:off x="1748531" y="2125176"/>
            <a:ext cx="36576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/>
                </a:solidFill>
              </a:rPr>
              <a:t>HR departments can use this for salary benchmarking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B8F5A225-0C56-4A56-9265-DBE9001C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Upward trend">
            <a:extLst>
              <a:ext uri="{FF2B5EF4-FFF2-40B4-BE49-F238E27FC236}">
                <a16:creationId xmlns:a16="http://schemas.microsoft.com/office/drawing/2014/main" id="{112CEB44-CF96-4193-8126-3EF3F89B2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562762" y="2203745"/>
            <a:ext cx="54864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DBD184-BCBE-4A38-8DF2-C0C550ADE4C4}"/>
              </a:ext>
            </a:extLst>
          </p:cNvPr>
          <p:cNvSpPr txBox="1"/>
          <p:nvPr/>
        </p:nvSpPr>
        <p:spPr>
          <a:xfrm>
            <a:off x="7504293" y="2125176"/>
            <a:ext cx="36576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/>
                </a:solidFill>
              </a:rPr>
              <a:t>We can predict salary ranges for job candidates based on experience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A6510D74-8CDF-4500-996B-40C07942D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5173" y="3431712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User network">
            <a:extLst>
              <a:ext uri="{FF2B5EF4-FFF2-40B4-BE49-F238E27FC236}">
                <a16:creationId xmlns:a16="http://schemas.microsoft.com/office/drawing/2014/main" id="{B6919A3F-A031-4557-AAC9-0C948C6E4D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948053" y="3574795"/>
            <a:ext cx="548640" cy="5486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6D4D59-1662-44D5-B239-F9F86487BE32}"/>
              </a:ext>
            </a:extLst>
          </p:cNvPr>
          <p:cNvSpPr txBox="1"/>
          <p:nvPr/>
        </p:nvSpPr>
        <p:spPr>
          <a:xfrm>
            <a:off x="5123274" y="3429000"/>
            <a:ext cx="365760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/>
                </a:solidFill>
              </a:rPr>
              <a:t>This can act as a foundation for more complex models with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412067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A25856-11C1-4AF9-0D49-6B501C6832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0439" y="1739833"/>
            <a:ext cx="10913805" cy="2527368"/>
          </a:xfrm>
        </p:spPr>
        <p:txBody>
          <a:bodyPr/>
          <a:lstStyle/>
          <a:p>
            <a:pPr algn="ctr"/>
            <a:r>
              <a:rPr lang="en-US" sz="5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algn="ctr"/>
            <a:r>
              <a:rPr lang="en-US" sz="5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 - Salary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0790F-9D70-23D5-4453-ADF054E1A0F5}"/>
              </a:ext>
            </a:extLst>
          </p:cNvPr>
          <p:cNvSpPr txBox="1"/>
          <p:nvPr/>
        </p:nvSpPr>
        <p:spPr>
          <a:xfrm>
            <a:off x="1406012" y="5584723"/>
            <a:ext cx="100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was made under the guidance of Sir Vikas Goel, for which I am highly grateful to him.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0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159</TotalTime>
  <Words>547</Words>
  <Application>Microsoft Office PowerPoint</Application>
  <PresentationFormat>Widescreen</PresentationFormat>
  <Paragraphs>68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Sans Serif Collection</vt:lpstr>
      <vt:lpstr>Times New Roman</vt:lpstr>
      <vt:lpstr>Wingdings</vt:lpstr>
      <vt:lpstr>Office Theme</vt:lpstr>
      <vt:lpstr>Predicting Employee Salary Based on Years of Experience</vt:lpstr>
      <vt:lpstr>Project Objective</vt:lpstr>
      <vt:lpstr>Dataset Overview</vt:lpstr>
      <vt:lpstr>Dataset</vt:lpstr>
      <vt:lpstr>Data Preparation &amp; Loading </vt:lpstr>
      <vt:lpstr>Reading Excel Data into Jupyter Notebook</vt:lpstr>
      <vt:lpstr>Output</vt:lpstr>
      <vt:lpstr>Model Building Process </vt:lpstr>
      <vt:lpstr>Continued</vt:lpstr>
      <vt:lpstr>Usage of matplotlib.pyplot</vt:lpstr>
      <vt:lpstr>Key Findings of the Regression Plot</vt:lpstr>
      <vt:lpstr>Key Findings &amp; Conclusions</vt:lpstr>
      <vt:lpstr>Real-World Applications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Dr.Neshat Qamar</dc:creator>
  <cp:lastModifiedBy>Dr.Neshat Qamar</cp:lastModifiedBy>
  <cp:revision>1</cp:revision>
  <dcterms:created xsi:type="dcterms:W3CDTF">2025-11-23T16:08:55Z</dcterms:created>
  <dcterms:modified xsi:type="dcterms:W3CDTF">2025-11-23T18:48:00Z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